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66" r:id="rId6"/>
    <p:sldId id="267" r:id="rId7"/>
  </p:sldIdLst>
  <p:sldSz cx="12192000" cy="6858000"/>
  <p:notesSz cx="7315200" cy="96012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senza titolo" id="{117C88EB-94A6-4AEC-AF54-F730004A9ED2}">
          <p14:sldIdLst>
            <p14:sldId id="256"/>
            <p14:sldId id="257"/>
            <p14:sldId id="258"/>
            <p14:sldId id="268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5" autoAdjust="0"/>
    <p:restoredTop sz="96517" autoAdjust="0"/>
  </p:normalViewPr>
  <p:slideViewPr>
    <p:cSldViewPr snapToGrid="0">
      <p:cViewPr varScale="1">
        <p:scale>
          <a:sx n="115" d="100"/>
          <a:sy n="115" d="100"/>
        </p:scale>
        <p:origin x="16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46B9C7-0934-D44B-EC6C-F4408E928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452F73B-DDDC-1ABB-3CC6-464CF8F80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3C6B82-2456-2E72-2F63-A451967B5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0499-65D1-4B55-84FA-37D26183928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2CF687-144C-3358-12AE-A723D1D7B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44837B-4717-D625-198E-989D2930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29B9D-8586-4653-84E1-44E7C5DF6E8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2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A4254C-023B-878A-4492-77946DA0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789E89-DD6A-E7BE-F99A-3BAEB6382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716EB0-4B55-F5E4-5A13-D5BA9B60B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0499-65D1-4B55-84FA-37D26183928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A49A39-9229-1B57-6CBF-9CE87C78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F13877-5EDE-7ED4-9902-A140AEA4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29B9D-8586-4653-84E1-44E7C5DF6E8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12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168F2B-F716-25A2-6C2C-F5654866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BEE1F1-EDBA-20A9-5112-09EE394C6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F6FBAA-CAAC-44FD-283E-949ACFA7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0499-65D1-4B55-84FA-37D26183928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251190-D5D4-9B05-0595-0084F579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E1BD1B8-CAC4-4509-13E2-C671A694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29B9D-8586-4653-84E1-44E7C5DF6E8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CED2CF-AD4D-CC84-1B5A-29C79D88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55E96D-4D9C-578A-D848-68CE126EF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8C8BDB1-4352-0A0F-F4D0-F88E38AB1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0D7610B-066E-58FE-9CF3-01947CEB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0499-65D1-4B55-84FA-37D26183928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7AB275F-98AA-8A70-B637-615DAF86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319B381-54CD-3FB4-526D-27CE516C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29B9D-8586-4653-84E1-44E7C5DF6E8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85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CA7E90-B7DF-46F3-608D-426012E5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A3AD958-FB1A-84C2-F705-E72EAEDF5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1F90D50-DF45-EFEE-B545-0E15B3E26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95C4A48-32EE-6F5D-210E-6CD969FE1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F37622C-AE90-3494-D6F8-4E2307A7EB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F7A766F-FAD6-FF2D-90D7-153543627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0499-65D1-4B55-84FA-37D26183928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95CBD78-3A50-27FF-ED36-4441D009A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11171A8-3D39-3484-D84C-78BD06DCE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29B9D-8586-4653-84E1-44E7C5DF6E8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59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739C09-A385-8527-01EC-B8A39082E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5E2464-63C5-35E9-61A9-F95DE0C05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0499-65D1-4B55-84FA-37D26183928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F60CC37-16E3-6896-7DF5-7476FAE8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4C10D4D-AB9D-120E-9EE0-45AE9B3C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29B9D-8586-4653-84E1-44E7C5DF6E8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16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6740B37-F8B9-97E1-51C0-3E813DF6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0499-65D1-4B55-84FA-37D26183928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B1B6EE1-A483-1E7D-9606-E68DB832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AF4D1BF-4B4D-44CE-524D-AD3E9D83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29B9D-8586-4653-84E1-44E7C5DF6E8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1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768A66-591A-35E3-4FD8-7428E04AB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8D5EC5-748A-C5BF-3FED-671995CFD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2124996-BB0F-54B1-BB55-75B0CA4CA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065582-2743-1FCB-EB08-95826286C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0499-65D1-4B55-84FA-37D26183928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B84BEDD-FA26-44AB-9BB2-D1504994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507F36B-A8D0-63CD-26D8-2AC14CF7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29B9D-8586-4653-84E1-44E7C5DF6E8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15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F5D37C-1862-043C-0173-387765C9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337E856-1659-2BE4-01B2-4AACA8B9E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7637ADA-972A-91B2-8667-22E51C3D7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6FD1915-1224-3BDB-F8D9-78B0F98AC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0499-65D1-4B55-84FA-37D26183928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B08B873-C780-BDC8-80EF-BE3F1D6CC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7E8E39B-B151-6352-C4DF-0F89D793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29B9D-8586-4653-84E1-44E7C5DF6E8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0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B68658-8664-D96F-8FBB-49FF798E5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F739009-60D4-B381-8F6B-1A2727C4D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806650-7ABF-11D8-B1B1-FF211529E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0499-65D1-4B55-84FA-37D26183928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4A4DA3-0292-6D6A-34B6-CF7681BA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A8750E-3979-FBD3-6F9F-637A6040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29B9D-8586-4653-84E1-44E7C5DF6E8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90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515FE92-C0CE-A3F1-6AB0-46EB9281B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7F35690-C588-F80A-D9CF-A4CB0A154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BAA9E0-FBCC-D677-6875-2EB6B513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A0499-65D1-4B55-84FA-37D26183928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477ADA-BC65-A5FE-8E41-23EC972B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DBDA31-F2DA-FC26-4CDC-94DA26C6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29B9D-8586-4653-84E1-44E7C5DF6E8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90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 column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D68C5F-1C36-4EA1-8151-956FB961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1016264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1016264">
                <a:defRPr/>
              </a:pPr>
              <a:t>‹N›</a:t>
            </a:fld>
            <a:endParaRPr lang="en-US" sz="2001" noProof="1">
              <a:solidFill>
                <a:srgbClr val="164293"/>
              </a:solidFill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12E50C1-A75F-44C6-BB69-C486BA716268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304089" y="1428366"/>
            <a:ext cx="11589612" cy="46491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8F0D1D-E672-4397-A73E-75BD97842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Subline (optional)</a:t>
            </a:r>
          </a:p>
        </p:txBody>
      </p:sp>
      <p:sp>
        <p:nvSpPr>
          <p:cNvPr id="8" name="Chapter_titleonly">
            <a:extLst>
              <a:ext uri="{FF2B5EF4-FFF2-40B4-BE49-F238E27FC236}">
                <a16:creationId xmlns:a16="http://schemas.microsoft.com/office/drawing/2014/main" id="{E0989A26-A906-43E2-930C-7E873ABF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89" y="227602"/>
            <a:ext cx="10174944" cy="4006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112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55716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orient="horz" pos="3449">
          <p15:clr>
            <a:srgbClr val="FBAE40"/>
          </p15:clr>
        </p15:guide>
        <p15:guide id="4" orient="horz" pos="126">
          <p15:clr>
            <a:srgbClr val="FBAE40"/>
          </p15:clr>
        </p15:guide>
        <p15:guide id="5" orient="horz" pos="670">
          <p15:clr>
            <a:srgbClr val="FBAE40"/>
          </p15:clr>
        </p15:guide>
        <p15:guide id="6" orient="horz" pos="801">
          <p15:clr>
            <a:srgbClr val="FBAE40"/>
          </p15:clr>
        </p15:guide>
        <p15:guide id="7" pos="3423">
          <p15:clr>
            <a:srgbClr val="FBAE40"/>
          </p15:clr>
        </p15:guide>
        <p15:guide id="8" pos="34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3B6730F-A3ED-0146-9A89-D07105F3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9D68908-EFCF-6A91-68EE-EC876C65A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0D787B-CEDD-6713-17F4-D778A7D9F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A0499-65D1-4B55-84FA-37D261839286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737E8E9-02AE-4B89-1B69-443AF9B2F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D21660-1DF4-C75C-B526-CD409161C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29B9D-8586-4653-84E1-44E7C5DF6E8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3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BD773415-FCE8-AD50-745E-EE567B6E3DBD}"/>
              </a:ext>
            </a:extLst>
          </p:cNvPr>
          <p:cNvSpPr/>
          <p:nvPr/>
        </p:nvSpPr>
        <p:spPr>
          <a:xfrm>
            <a:off x="3534813" y="1102113"/>
            <a:ext cx="1877124" cy="4653774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672A023F-BBEA-F7E2-9568-22804EF0CCC3}"/>
              </a:ext>
            </a:extLst>
          </p:cNvPr>
          <p:cNvCxnSpPr>
            <a:cxnSpLocks/>
          </p:cNvCxnSpPr>
          <p:nvPr/>
        </p:nvCxnSpPr>
        <p:spPr>
          <a:xfrm>
            <a:off x="3534813" y="1730669"/>
            <a:ext cx="1877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sellaDiTesto 7">
            <a:extLst>
              <a:ext uri="{FF2B5EF4-FFF2-40B4-BE49-F238E27FC236}">
                <a16:creationId xmlns:a16="http://schemas.microsoft.com/office/drawing/2014/main" id="{AF1723FA-76ED-3F5C-D4C5-BA819527C347}"/>
              </a:ext>
            </a:extLst>
          </p:cNvPr>
          <p:cNvSpPr txBox="1"/>
          <p:nvPr/>
        </p:nvSpPr>
        <p:spPr>
          <a:xfrm>
            <a:off x="3519786" y="1219959"/>
            <a:ext cx="187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u="sng" dirty="0" err="1"/>
              <a:t>Spm</a:t>
            </a:r>
            <a:r>
              <a:rPr lang="en-US" sz="900" u="sng" dirty="0"/>
              <a:t> :</a:t>
            </a:r>
          </a:p>
          <a:p>
            <a:pPr algn="ctr"/>
            <a:r>
              <a:rPr lang="en-US" sz="900" u="sng" dirty="0" err="1"/>
              <a:t>EcucParamConfContainerDef</a:t>
            </a:r>
            <a:endParaRPr lang="en-US" sz="900" u="sng" dirty="0"/>
          </a:p>
        </p:txBody>
      </p:sp>
      <p:sp>
        <p:nvSpPr>
          <p:cNvPr id="7" name="CasellaDiTesto 8">
            <a:extLst>
              <a:ext uri="{FF2B5EF4-FFF2-40B4-BE49-F238E27FC236}">
                <a16:creationId xmlns:a16="http://schemas.microsoft.com/office/drawing/2014/main" id="{090486B1-EB61-0F97-BF02-2701E44E366A}"/>
              </a:ext>
            </a:extLst>
          </p:cNvPr>
          <p:cNvSpPr txBox="1"/>
          <p:nvPr/>
        </p:nvSpPr>
        <p:spPr>
          <a:xfrm>
            <a:off x="3665550" y="2052010"/>
            <a:ext cx="163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0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8" name="Segnaposto numero diapositiva 1">
            <a:extLst>
              <a:ext uri="{FF2B5EF4-FFF2-40B4-BE49-F238E27FC236}">
                <a16:creationId xmlns:a16="http://schemas.microsoft.com/office/drawing/2014/main" id="{EF9A7613-0574-D222-715C-3751F5D35F52}"/>
              </a:ext>
            </a:extLst>
          </p:cNvPr>
          <p:cNvSpPr txBox="1">
            <a:spLocks/>
          </p:cNvSpPr>
          <p:nvPr/>
        </p:nvSpPr>
        <p:spPr>
          <a:xfrm>
            <a:off x="7939929" y="4507536"/>
            <a:ext cx="464111" cy="219945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1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82CD223-6C15-7F4C-BD18-C0F1801AAC4E}"/>
              </a:ext>
            </a:extLst>
          </p:cNvPr>
          <p:cNvSpPr/>
          <p:nvPr/>
        </p:nvSpPr>
        <p:spPr>
          <a:xfrm>
            <a:off x="6795089" y="3934894"/>
            <a:ext cx="1877124" cy="1204332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723BB9B8-C099-8293-1724-B5915F23CDC6}"/>
              </a:ext>
            </a:extLst>
          </p:cNvPr>
          <p:cNvCxnSpPr>
            <a:cxnSpLocks/>
          </p:cNvCxnSpPr>
          <p:nvPr/>
        </p:nvCxnSpPr>
        <p:spPr>
          <a:xfrm>
            <a:off x="6795089" y="4455284"/>
            <a:ext cx="1877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asellaDiTesto 16">
            <a:extLst>
              <a:ext uri="{FF2B5EF4-FFF2-40B4-BE49-F238E27FC236}">
                <a16:creationId xmlns:a16="http://schemas.microsoft.com/office/drawing/2014/main" id="{A1D26AFD-3E52-9FA1-9E21-261588910BC0}"/>
              </a:ext>
            </a:extLst>
          </p:cNvPr>
          <p:cNvSpPr txBox="1"/>
          <p:nvPr/>
        </p:nvSpPr>
        <p:spPr>
          <a:xfrm>
            <a:off x="6795088" y="3995034"/>
            <a:ext cx="187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SpmGeneral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EcucParamConfContainerDef</a:t>
            </a:r>
            <a:endParaRPr lang="en-US" sz="1000" u="sng" dirty="0"/>
          </a:p>
        </p:txBody>
      </p:sp>
      <p:sp>
        <p:nvSpPr>
          <p:cNvPr id="12" name="CasellaDiTesto 18">
            <a:extLst>
              <a:ext uri="{FF2B5EF4-FFF2-40B4-BE49-F238E27FC236}">
                <a16:creationId xmlns:a16="http://schemas.microsoft.com/office/drawing/2014/main" id="{653F0386-659B-A73F-AC95-7FE2BD651F95}"/>
              </a:ext>
            </a:extLst>
          </p:cNvPr>
          <p:cNvSpPr txBox="1"/>
          <p:nvPr/>
        </p:nvSpPr>
        <p:spPr>
          <a:xfrm>
            <a:off x="6909333" y="4473478"/>
            <a:ext cx="163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13" name="Rombo 12">
            <a:extLst>
              <a:ext uri="{FF2B5EF4-FFF2-40B4-BE49-F238E27FC236}">
                <a16:creationId xmlns:a16="http://schemas.microsoft.com/office/drawing/2014/main" id="{6EB25DEA-71BD-22BD-4D6A-05D6FD4DA5EB}"/>
              </a:ext>
            </a:extLst>
          </p:cNvPr>
          <p:cNvSpPr/>
          <p:nvPr/>
        </p:nvSpPr>
        <p:spPr>
          <a:xfrm>
            <a:off x="5426964" y="4637888"/>
            <a:ext cx="267630" cy="118947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F9DD23E5-FF89-3A71-7131-C79D966786A8}"/>
              </a:ext>
            </a:extLst>
          </p:cNvPr>
          <p:cNvCxnSpPr>
            <a:cxnSpLocks/>
          </p:cNvCxnSpPr>
          <p:nvPr/>
        </p:nvCxnSpPr>
        <p:spPr>
          <a:xfrm>
            <a:off x="5694594" y="4697362"/>
            <a:ext cx="110049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asellaDiTesto 26">
            <a:extLst>
              <a:ext uri="{FF2B5EF4-FFF2-40B4-BE49-F238E27FC236}">
                <a16:creationId xmlns:a16="http://schemas.microsoft.com/office/drawing/2014/main" id="{C86C53EC-30BA-B880-3724-4B355B98AABA}"/>
              </a:ext>
            </a:extLst>
          </p:cNvPr>
          <p:cNvSpPr txBox="1"/>
          <p:nvPr/>
        </p:nvSpPr>
        <p:spPr>
          <a:xfrm>
            <a:off x="5704235" y="4436191"/>
            <a:ext cx="10908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parameter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8E09E6D-5E7F-5A32-0C96-EA36473D4033}"/>
              </a:ext>
            </a:extLst>
          </p:cNvPr>
          <p:cNvSpPr/>
          <p:nvPr/>
        </p:nvSpPr>
        <p:spPr>
          <a:xfrm>
            <a:off x="6926774" y="1265998"/>
            <a:ext cx="1745438" cy="1345691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10911934-9E9C-8DD6-A49F-0213C5475472}"/>
              </a:ext>
            </a:extLst>
          </p:cNvPr>
          <p:cNvCxnSpPr>
            <a:cxnSpLocks/>
          </p:cNvCxnSpPr>
          <p:nvPr/>
        </p:nvCxnSpPr>
        <p:spPr>
          <a:xfrm>
            <a:off x="6926773" y="1786389"/>
            <a:ext cx="17454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CasellaDiTesto 23">
            <a:extLst>
              <a:ext uri="{FF2B5EF4-FFF2-40B4-BE49-F238E27FC236}">
                <a16:creationId xmlns:a16="http://schemas.microsoft.com/office/drawing/2014/main" id="{EDD75681-E435-9018-E020-7BA41CEA624D}"/>
              </a:ext>
            </a:extLst>
          </p:cNvPr>
          <p:cNvSpPr txBox="1"/>
          <p:nvPr/>
        </p:nvSpPr>
        <p:spPr>
          <a:xfrm>
            <a:off x="6926773" y="1326139"/>
            <a:ext cx="1745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u="sng" dirty="0" err="1"/>
              <a:t>SpmConfigSet</a:t>
            </a:r>
            <a:r>
              <a:rPr lang="en-US" sz="900" u="sng" dirty="0"/>
              <a:t>:</a:t>
            </a:r>
          </a:p>
          <a:p>
            <a:pPr algn="ctr"/>
            <a:r>
              <a:rPr lang="en-US" sz="900" u="sng" dirty="0" err="1"/>
              <a:t>EcucParamConfContainerDef</a:t>
            </a:r>
            <a:endParaRPr lang="en-US" sz="900" u="sng" dirty="0"/>
          </a:p>
        </p:txBody>
      </p:sp>
      <p:sp>
        <p:nvSpPr>
          <p:cNvPr id="19" name="Rombo 18">
            <a:extLst>
              <a:ext uri="{FF2B5EF4-FFF2-40B4-BE49-F238E27FC236}">
                <a16:creationId xmlns:a16="http://schemas.microsoft.com/office/drawing/2014/main" id="{DC826DAE-14B6-1DD4-56CE-9AD4E3A6826A}"/>
              </a:ext>
            </a:extLst>
          </p:cNvPr>
          <p:cNvSpPr/>
          <p:nvPr/>
        </p:nvSpPr>
        <p:spPr>
          <a:xfrm>
            <a:off x="5413841" y="1831346"/>
            <a:ext cx="280753" cy="132908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E8A599B9-113F-527F-CAFB-2876B9AFB503}"/>
              </a:ext>
            </a:extLst>
          </p:cNvPr>
          <p:cNvCxnSpPr>
            <a:cxnSpLocks/>
          </p:cNvCxnSpPr>
          <p:nvPr/>
        </p:nvCxnSpPr>
        <p:spPr>
          <a:xfrm>
            <a:off x="5694594" y="1897800"/>
            <a:ext cx="12321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sellaDiTesto 37">
            <a:extLst>
              <a:ext uri="{FF2B5EF4-FFF2-40B4-BE49-F238E27FC236}">
                <a16:creationId xmlns:a16="http://schemas.microsoft.com/office/drawing/2014/main" id="{E18AEA93-112D-8E60-3AF7-BBEDF183335C}"/>
              </a:ext>
            </a:extLst>
          </p:cNvPr>
          <p:cNvSpPr txBox="1"/>
          <p:nvPr/>
        </p:nvSpPr>
        <p:spPr>
          <a:xfrm>
            <a:off x="5783674" y="1682006"/>
            <a:ext cx="9223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parameter</a:t>
            </a:r>
          </a:p>
        </p:txBody>
      </p:sp>
      <p:sp>
        <p:nvSpPr>
          <p:cNvPr id="22" name="CasellaDiTesto 38">
            <a:extLst>
              <a:ext uri="{FF2B5EF4-FFF2-40B4-BE49-F238E27FC236}">
                <a16:creationId xmlns:a16="http://schemas.microsoft.com/office/drawing/2014/main" id="{BA44C681-53AB-867C-1A2C-03D06EBB9C94}"/>
              </a:ext>
            </a:extLst>
          </p:cNvPr>
          <p:cNvSpPr txBox="1"/>
          <p:nvPr/>
        </p:nvSpPr>
        <p:spPr>
          <a:xfrm>
            <a:off x="6952265" y="1823336"/>
            <a:ext cx="174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EBAB2D0-5117-7A04-5691-30EE13D08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4071" y="450785"/>
            <a:ext cx="9144000" cy="479212"/>
          </a:xfrm>
        </p:spPr>
        <p:txBody>
          <a:bodyPr>
            <a:normAutofit/>
          </a:bodyPr>
          <a:lstStyle/>
          <a:p>
            <a:r>
              <a:rPr lang="en-US" sz="1800" b="1" dirty="0"/>
              <a:t>SPM Container</a:t>
            </a:r>
          </a:p>
        </p:txBody>
      </p:sp>
    </p:spTree>
    <p:extLst>
      <p:ext uri="{BB962C8B-B14F-4D97-AF65-F5344CB8AC3E}">
        <p14:creationId xmlns:p14="http://schemas.microsoft.com/office/powerpoint/2010/main" val="58629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E465A6A-A884-286A-C7F7-CD99B145E892}"/>
              </a:ext>
            </a:extLst>
          </p:cNvPr>
          <p:cNvSpPr/>
          <p:nvPr/>
        </p:nvSpPr>
        <p:spPr>
          <a:xfrm>
            <a:off x="777266" y="386494"/>
            <a:ext cx="1877124" cy="6101770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B63AEB79-D36D-97DE-A639-CCD895A26E8B}"/>
              </a:ext>
            </a:extLst>
          </p:cNvPr>
          <p:cNvCxnSpPr>
            <a:cxnSpLocks/>
          </p:cNvCxnSpPr>
          <p:nvPr/>
        </p:nvCxnSpPr>
        <p:spPr>
          <a:xfrm>
            <a:off x="777266" y="1015051"/>
            <a:ext cx="1877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sellaDiTesto 7">
            <a:extLst>
              <a:ext uri="{FF2B5EF4-FFF2-40B4-BE49-F238E27FC236}">
                <a16:creationId xmlns:a16="http://schemas.microsoft.com/office/drawing/2014/main" id="{9B4805C9-21E5-CCDD-E029-172B4AAB2A83}"/>
              </a:ext>
            </a:extLst>
          </p:cNvPr>
          <p:cNvSpPr txBox="1"/>
          <p:nvPr/>
        </p:nvSpPr>
        <p:spPr>
          <a:xfrm>
            <a:off x="762239" y="504341"/>
            <a:ext cx="187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u="sng" dirty="0" err="1"/>
              <a:t>SpmConfigSet</a:t>
            </a:r>
            <a:r>
              <a:rPr lang="en-US" sz="900" u="sng" dirty="0"/>
              <a:t> :</a:t>
            </a:r>
          </a:p>
          <a:p>
            <a:pPr algn="ctr"/>
            <a:r>
              <a:rPr lang="en-US" sz="900" u="sng" dirty="0" err="1"/>
              <a:t>EcucParamConfContainerDef</a:t>
            </a:r>
            <a:endParaRPr lang="en-US" sz="900" u="sng" dirty="0"/>
          </a:p>
        </p:txBody>
      </p:sp>
      <p:sp>
        <p:nvSpPr>
          <p:cNvPr id="7" name="CasellaDiTesto 8">
            <a:extLst>
              <a:ext uri="{FF2B5EF4-FFF2-40B4-BE49-F238E27FC236}">
                <a16:creationId xmlns:a16="http://schemas.microsoft.com/office/drawing/2014/main" id="{80B8AAB1-190F-1AC5-7FC1-6F3D39D8F748}"/>
              </a:ext>
            </a:extLst>
          </p:cNvPr>
          <p:cNvSpPr txBox="1"/>
          <p:nvPr/>
        </p:nvSpPr>
        <p:spPr>
          <a:xfrm>
            <a:off x="908003" y="1336392"/>
            <a:ext cx="163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A6B9F921-19B6-5796-425E-A55C3C15C746}"/>
              </a:ext>
            </a:extLst>
          </p:cNvPr>
          <p:cNvSpPr/>
          <p:nvPr/>
        </p:nvSpPr>
        <p:spPr>
          <a:xfrm>
            <a:off x="3778057" y="444199"/>
            <a:ext cx="1745438" cy="4740051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67C60C85-AE14-9E7C-39B6-E5311FB8F366}"/>
              </a:ext>
            </a:extLst>
          </p:cNvPr>
          <p:cNvCxnSpPr>
            <a:cxnSpLocks/>
          </p:cNvCxnSpPr>
          <p:nvPr/>
        </p:nvCxnSpPr>
        <p:spPr>
          <a:xfrm>
            <a:off x="3778056" y="964591"/>
            <a:ext cx="17454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CasellaDiTesto 23">
            <a:extLst>
              <a:ext uri="{FF2B5EF4-FFF2-40B4-BE49-F238E27FC236}">
                <a16:creationId xmlns:a16="http://schemas.microsoft.com/office/drawing/2014/main" id="{7207CC18-2453-1D0B-DB90-6F1AB0C7D417}"/>
              </a:ext>
            </a:extLst>
          </p:cNvPr>
          <p:cNvSpPr txBox="1"/>
          <p:nvPr/>
        </p:nvSpPr>
        <p:spPr>
          <a:xfrm>
            <a:off x="3778056" y="504341"/>
            <a:ext cx="1745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u="sng" dirty="0" err="1"/>
              <a:t>SpmConfPowPrfs</a:t>
            </a:r>
            <a:r>
              <a:rPr lang="en-US" sz="900" u="sng" dirty="0"/>
              <a:t>:</a:t>
            </a:r>
          </a:p>
          <a:p>
            <a:pPr algn="ctr"/>
            <a:r>
              <a:rPr lang="en-US" sz="900" u="sng" dirty="0" err="1"/>
              <a:t>EcucParamConfContainerDef</a:t>
            </a:r>
            <a:endParaRPr lang="en-US" sz="900" u="sng" dirty="0"/>
          </a:p>
        </p:txBody>
      </p:sp>
      <p:sp>
        <p:nvSpPr>
          <p:cNvPr id="31" name="CasellaDiTesto 38">
            <a:extLst>
              <a:ext uri="{FF2B5EF4-FFF2-40B4-BE49-F238E27FC236}">
                <a16:creationId xmlns:a16="http://schemas.microsoft.com/office/drawing/2014/main" id="{CC2F9306-9DD3-5D33-E2EF-F46F34776C76}"/>
              </a:ext>
            </a:extLst>
          </p:cNvPr>
          <p:cNvSpPr txBox="1"/>
          <p:nvPr/>
        </p:nvSpPr>
        <p:spPr>
          <a:xfrm>
            <a:off x="3803548" y="1001538"/>
            <a:ext cx="1745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*</a:t>
            </a:r>
          </a:p>
          <a:p>
            <a:pPr algn="ctr"/>
            <a:r>
              <a:rPr lang="en-US" sz="900" dirty="0">
                <a:solidFill>
                  <a:srgbClr val="941C36"/>
                </a:solidFill>
              </a:rPr>
              <a:t>Min = 0</a:t>
            </a:r>
          </a:p>
          <a:p>
            <a:pPr algn="ctr"/>
            <a:r>
              <a:rPr lang="en-US" sz="900" dirty="0">
                <a:solidFill>
                  <a:srgbClr val="941C36"/>
                </a:solidFill>
              </a:rPr>
              <a:t>Max = 4294967296</a:t>
            </a:r>
          </a:p>
        </p:txBody>
      </p:sp>
      <p:sp>
        <p:nvSpPr>
          <p:cNvPr id="32" name="Segnaposto numero diapositiva 1">
            <a:extLst>
              <a:ext uri="{FF2B5EF4-FFF2-40B4-BE49-F238E27FC236}">
                <a16:creationId xmlns:a16="http://schemas.microsoft.com/office/drawing/2014/main" id="{A1B84B0F-841C-FA3D-77C4-8E3FB849CD1B}"/>
              </a:ext>
            </a:extLst>
          </p:cNvPr>
          <p:cNvSpPr txBox="1">
            <a:spLocks/>
          </p:cNvSpPr>
          <p:nvPr/>
        </p:nvSpPr>
        <p:spPr>
          <a:xfrm>
            <a:off x="7510876" y="1334176"/>
            <a:ext cx="464111" cy="219945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2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360BEE2E-5B43-4A9A-DE52-C7EEC433EAEC}"/>
              </a:ext>
            </a:extLst>
          </p:cNvPr>
          <p:cNvSpPr/>
          <p:nvPr/>
        </p:nvSpPr>
        <p:spPr>
          <a:xfrm>
            <a:off x="6366036" y="761534"/>
            <a:ext cx="1877124" cy="1204332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9D18398F-33DB-2573-E1B2-6950DE0D74EA}"/>
              </a:ext>
            </a:extLst>
          </p:cNvPr>
          <p:cNvCxnSpPr>
            <a:cxnSpLocks/>
          </p:cNvCxnSpPr>
          <p:nvPr/>
        </p:nvCxnSpPr>
        <p:spPr>
          <a:xfrm>
            <a:off x="6366036" y="1281924"/>
            <a:ext cx="1877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CasellaDiTesto 16">
            <a:extLst>
              <a:ext uri="{FF2B5EF4-FFF2-40B4-BE49-F238E27FC236}">
                <a16:creationId xmlns:a16="http://schemas.microsoft.com/office/drawing/2014/main" id="{5227A23E-1DEA-6C58-F810-664BAAA1741D}"/>
              </a:ext>
            </a:extLst>
          </p:cNvPr>
          <p:cNvSpPr txBox="1"/>
          <p:nvPr/>
        </p:nvSpPr>
        <p:spPr>
          <a:xfrm>
            <a:off x="6366035" y="821674"/>
            <a:ext cx="187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SpmPowPrfId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EcucIntegerParamDef</a:t>
            </a:r>
            <a:endParaRPr lang="en-US" sz="1000" u="sng" dirty="0"/>
          </a:p>
        </p:txBody>
      </p:sp>
      <p:sp>
        <p:nvSpPr>
          <p:cNvPr id="36" name="CasellaDiTesto 18">
            <a:extLst>
              <a:ext uri="{FF2B5EF4-FFF2-40B4-BE49-F238E27FC236}">
                <a16:creationId xmlns:a16="http://schemas.microsoft.com/office/drawing/2014/main" id="{C75CC30C-E9A7-709E-5954-9872D46DA3DB}"/>
              </a:ext>
            </a:extLst>
          </p:cNvPr>
          <p:cNvSpPr txBox="1"/>
          <p:nvPr/>
        </p:nvSpPr>
        <p:spPr>
          <a:xfrm>
            <a:off x="6480280" y="1300118"/>
            <a:ext cx="1630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>
                <a:solidFill>
                  <a:srgbClr val="941C36"/>
                </a:solidFill>
              </a:rPr>
              <a:t>Min = 0</a:t>
            </a:r>
          </a:p>
          <a:p>
            <a:pPr algn="ctr"/>
            <a:r>
              <a:rPr lang="en-US" sz="900" dirty="0">
                <a:solidFill>
                  <a:srgbClr val="941C36"/>
                </a:solidFill>
              </a:rPr>
              <a:t>Max = 4294967295</a:t>
            </a:r>
          </a:p>
        </p:txBody>
      </p:sp>
      <p:sp>
        <p:nvSpPr>
          <p:cNvPr id="37" name="Segnaposto numero diapositiva 1">
            <a:extLst>
              <a:ext uri="{FF2B5EF4-FFF2-40B4-BE49-F238E27FC236}">
                <a16:creationId xmlns:a16="http://schemas.microsoft.com/office/drawing/2014/main" id="{A1B84B0F-841C-FA3D-77C4-8E3FB849CD1B}"/>
              </a:ext>
            </a:extLst>
          </p:cNvPr>
          <p:cNvSpPr txBox="1">
            <a:spLocks/>
          </p:cNvSpPr>
          <p:nvPr/>
        </p:nvSpPr>
        <p:spPr>
          <a:xfrm>
            <a:off x="7217527" y="3948121"/>
            <a:ext cx="464111" cy="219945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2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360BEE2E-5B43-4A9A-DE52-C7EEC433EAEC}"/>
              </a:ext>
            </a:extLst>
          </p:cNvPr>
          <p:cNvSpPr/>
          <p:nvPr/>
        </p:nvSpPr>
        <p:spPr>
          <a:xfrm>
            <a:off x="6366035" y="2174826"/>
            <a:ext cx="1877124" cy="1204332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9D18398F-33DB-2573-E1B2-6950DE0D74EA}"/>
              </a:ext>
            </a:extLst>
          </p:cNvPr>
          <p:cNvCxnSpPr>
            <a:cxnSpLocks/>
          </p:cNvCxnSpPr>
          <p:nvPr/>
        </p:nvCxnSpPr>
        <p:spPr>
          <a:xfrm>
            <a:off x="6366035" y="2695216"/>
            <a:ext cx="1877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CasellaDiTesto 16">
            <a:extLst>
              <a:ext uri="{FF2B5EF4-FFF2-40B4-BE49-F238E27FC236}">
                <a16:creationId xmlns:a16="http://schemas.microsoft.com/office/drawing/2014/main" id="{5227A23E-1DEA-6C58-F810-664BAAA1741D}"/>
              </a:ext>
            </a:extLst>
          </p:cNvPr>
          <p:cNvSpPr txBox="1"/>
          <p:nvPr/>
        </p:nvSpPr>
        <p:spPr>
          <a:xfrm>
            <a:off x="6366034" y="2234966"/>
            <a:ext cx="187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SpmPowPrfIsTheRepresentative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EcucBooleanParamDef</a:t>
            </a:r>
            <a:endParaRPr lang="en-US" sz="1000" u="sng" dirty="0"/>
          </a:p>
        </p:txBody>
      </p:sp>
      <p:sp>
        <p:nvSpPr>
          <p:cNvPr id="41" name="CasellaDiTesto 18">
            <a:extLst>
              <a:ext uri="{FF2B5EF4-FFF2-40B4-BE49-F238E27FC236}">
                <a16:creationId xmlns:a16="http://schemas.microsoft.com/office/drawing/2014/main" id="{C75CC30C-E9A7-709E-5954-9872D46DA3DB}"/>
              </a:ext>
            </a:extLst>
          </p:cNvPr>
          <p:cNvSpPr txBox="1"/>
          <p:nvPr/>
        </p:nvSpPr>
        <p:spPr>
          <a:xfrm>
            <a:off x="6480279" y="2713410"/>
            <a:ext cx="163067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>
                <a:solidFill>
                  <a:srgbClr val="941C36"/>
                </a:solidFill>
              </a:rPr>
              <a:t>Default = false</a:t>
            </a:r>
          </a:p>
        </p:txBody>
      </p:sp>
      <p:sp>
        <p:nvSpPr>
          <p:cNvPr id="42" name="Segnaposto numero diapositiva 1">
            <a:extLst>
              <a:ext uri="{FF2B5EF4-FFF2-40B4-BE49-F238E27FC236}">
                <a16:creationId xmlns:a16="http://schemas.microsoft.com/office/drawing/2014/main" id="{A1B84B0F-841C-FA3D-77C4-8E3FB849CD1B}"/>
              </a:ext>
            </a:extLst>
          </p:cNvPr>
          <p:cNvSpPr txBox="1">
            <a:spLocks/>
          </p:cNvSpPr>
          <p:nvPr/>
        </p:nvSpPr>
        <p:spPr>
          <a:xfrm>
            <a:off x="7369927" y="4100521"/>
            <a:ext cx="464111" cy="219945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2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46" name="CasellaDiTesto 18">
            <a:extLst>
              <a:ext uri="{FF2B5EF4-FFF2-40B4-BE49-F238E27FC236}">
                <a16:creationId xmlns:a16="http://schemas.microsoft.com/office/drawing/2014/main" id="{C75CC30C-E9A7-709E-5954-9872D46DA3DB}"/>
              </a:ext>
            </a:extLst>
          </p:cNvPr>
          <p:cNvSpPr txBox="1"/>
          <p:nvPr/>
        </p:nvSpPr>
        <p:spPr>
          <a:xfrm>
            <a:off x="6339331" y="4066463"/>
            <a:ext cx="1630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>
                <a:solidFill>
                  <a:srgbClr val="941C36"/>
                </a:solidFill>
              </a:rPr>
              <a:t>Min = 0</a:t>
            </a:r>
          </a:p>
          <a:p>
            <a:pPr algn="ctr"/>
            <a:r>
              <a:rPr lang="en-US" sz="900" dirty="0">
                <a:solidFill>
                  <a:srgbClr val="941C36"/>
                </a:solidFill>
              </a:rPr>
              <a:t>Max = 255</a:t>
            </a:r>
          </a:p>
        </p:txBody>
      </p:sp>
      <p:sp>
        <p:nvSpPr>
          <p:cNvPr id="47" name="Segnaposto numero diapositiva 1">
            <a:extLst>
              <a:ext uri="{FF2B5EF4-FFF2-40B4-BE49-F238E27FC236}">
                <a16:creationId xmlns:a16="http://schemas.microsoft.com/office/drawing/2014/main" id="{A1B84B0F-841C-FA3D-77C4-8E3FB849CD1B}"/>
              </a:ext>
            </a:extLst>
          </p:cNvPr>
          <p:cNvSpPr txBox="1">
            <a:spLocks/>
          </p:cNvSpPr>
          <p:nvPr/>
        </p:nvSpPr>
        <p:spPr>
          <a:xfrm>
            <a:off x="7522327" y="4252921"/>
            <a:ext cx="464111" cy="219945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2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360BEE2E-5B43-4A9A-DE52-C7EEC433EAEC}"/>
              </a:ext>
            </a:extLst>
          </p:cNvPr>
          <p:cNvSpPr/>
          <p:nvPr/>
        </p:nvSpPr>
        <p:spPr>
          <a:xfrm>
            <a:off x="6377487" y="3680279"/>
            <a:ext cx="1877124" cy="1204332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49" name="Connettore diritto 48">
            <a:extLst>
              <a:ext uri="{FF2B5EF4-FFF2-40B4-BE49-F238E27FC236}">
                <a16:creationId xmlns:a16="http://schemas.microsoft.com/office/drawing/2014/main" id="{9D18398F-33DB-2573-E1B2-6950DE0D74EA}"/>
              </a:ext>
            </a:extLst>
          </p:cNvPr>
          <p:cNvCxnSpPr>
            <a:cxnSpLocks/>
          </p:cNvCxnSpPr>
          <p:nvPr/>
        </p:nvCxnSpPr>
        <p:spPr>
          <a:xfrm>
            <a:off x="6377487" y="4200669"/>
            <a:ext cx="1877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CasellaDiTesto 16">
            <a:extLst>
              <a:ext uri="{FF2B5EF4-FFF2-40B4-BE49-F238E27FC236}">
                <a16:creationId xmlns:a16="http://schemas.microsoft.com/office/drawing/2014/main" id="{5227A23E-1DEA-6C58-F810-664BAAA1741D}"/>
              </a:ext>
            </a:extLst>
          </p:cNvPr>
          <p:cNvSpPr txBox="1"/>
          <p:nvPr/>
        </p:nvSpPr>
        <p:spPr>
          <a:xfrm>
            <a:off x="6377486" y="3740419"/>
            <a:ext cx="187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SpmPowPrfDepList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EcucReferenceDef</a:t>
            </a:r>
            <a:endParaRPr lang="en-US" sz="1000" u="sng" dirty="0"/>
          </a:p>
        </p:txBody>
      </p:sp>
      <p:sp>
        <p:nvSpPr>
          <p:cNvPr id="51" name="CasellaDiTesto 18">
            <a:extLst>
              <a:ext uri="{FF2B5EF4-FFF2-40B4-BE49-F238E27FC236}">
                <a16:creationId xmlns:a16="http://schemas.microsoft.com/office/drawing/2014/main" id="{C75CC30C-E9A7-709E-5954-9872D46DA3DB}"/>
              </a:ext>
            </a:extLst>
          </p:cNvPr>
          <p:cNvSpPr txBox="1"/>
          <p:nvPr/>
        </p:nvSpPr>
        <p:spPr>
          <a:xfrm>
            <a:off x="6491731" y="4218863"/>
            <a:ext cx="163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*</a:t>
            </a:r>
          </a:p>
        </p:txBody>
      </p:sp>
      <p:sp>
        <p:nvSpPr>
          <p:cNvPr id="56" name="Rombo 55">
            <a:extLst>
              <a:ext uri="{FF2B5EF4-FFF2-40B4-BE49-F238E27FC236}">
                <a16:creationId xmlns:a16="http://schemas.microsoft.com/office/drawing/2014/main" id="{B5BD7651-20D0-773E-FC1A-48EFED52A610}"/>
              </a:ext>
            </a:extLst>
          </p:cNvPr>
          <p:cNvSpPr/>
          <p:nvPr/>
        </p:nvSpPr>
        <p:spPr>
          <a:xfrm>
            <a:off x="2669417" y="2336323"/>
            <a:ext cx="267630" cy="118947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7" name="Connettore diritto 56">
            <a:extLst>
              <a:ext uri="{FF2B5EF4-FFF2-40B4-BE49-F238E27FC236}">
                <a16:creationId xmlns:a16="http://schemas.microsoft.com/office/drawing/2014/main" id="{9BCD0B0F-1B8B-E0A9-ED41-8DC663307CA2}"/>
              </a:ext>
            </a:extLst>
          </p:cNvPr>
          <p:cNvCxnSpPr>
            <a:cxnSpLocks/>
          </p:cNvCxnSpPr>
          <p:nvPr/>
        </p:nvCxnSpPr>
        <p:spPr>
          <a:xfrm>
            <a:off x="2937047" y="2395797"/>
            <a:ext cx="841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CasellaDiTesto 26">
            <a:extLst>
              <a:ext uri="{FF2B5EF4-FFF2-40B4-BE49-F238E27FC236}">
                <a16:creationId xmlns:a16="http://schemas.microsoft.com/office/drawing/2014/main" id="{161F6691-22D1-3B01-9A8D-B5AA5590158E}"/>
              </a:ext>
            </a:extLst>
          </p:cNvPr>
          <p:cNvSpPr txBox="1"/>
          <p:nvPr/>
        </p:nvSpPr>
        <p:spPr>
          <a:xfrm>
            <a:off x="2946688" y="2134626"/>
            <a:ext cx="1090815" cy="230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parameter</a:t>
            </a:r>
          </a:p>
        </p:txBody>
      </p:sp>
      <p:sp>
        <p:nvSpPr>
          <p:cNvPr id="64" name="Rombo 63">
            <a:extLst>
              <a:ext uri="{FF2B5EF4-FFF2-40B4-BE49-F238E27FC236}">
                <a16:creationId xmlns:a16="http://schemas.microsoft.com/office/drawing/2014/main" id="{DB966F40-5488-2290-DF4A-1F872D6BC90A}"/>
              </a:ext>
            </a:extLst>
          </p:cNvPr>
          <p:cNvSpPr/>
          <p:nvPr/>
        </p:nvSpPr>
        <p:spPr>
          <a:xfrm>
            <a:off x="5532185" y="1501815"/>
            <a:ext cx="267630" cy="118947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5" name="Connettore diritto 64">
            <a:extLst>
              <a:ext uri="{FF2B5EF4-FFF2-40B4-BE49-F238E27FC236}">
                <a16:creationId xmlns:a16="http://schemas.microsoft.com/office/drawing/2014/main" id="{A6951557-9B7E-B4C3-4318-EF96ECB725AF}"/>
              </a:ext>
            </a:extLst>
          </p:cNvPr>
          <p:cNvCxnSpPr>
            <a:cxnSpLocks/>
          </p:cNvCxnSpPr>
          <p:nvPr/>
        </p:nvCxnSpPr>
        <p:spPr>
          <a:xfrm>
            <a:off x="5799815" y="1561289"/>
            <a:ext cx="5662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CasellaDiTesto 26">
            <a:extLst>
              <a:ext uri="{FF2B5EF4-FFF2-40B4-BE49-F238E27FC236}">
                <a16:creationId xmlns:a16="http://schemas.microsoft.com/office/drawing/2014/main" id="{629AC287-652C-FFA0-22C0-E3458B176C5D}"/>
              </a:ext>
            </a:extLst>
          </p:cNvPr>
          <p:cNvSpPr txBox="1"/>
          <p:nvPr/>
        </p:nvSpPr>
        <p:spPr>
          <a:xfrm>
            <a:off x="5591543" y="1261895"/>
            <a:ext cx="1090815" cy="230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parameter</a:t>
            </a:r>
          </a:p>
        </p:txBody>
      </p:sp>
      <p:sp>
        <p:nvSpPr>
          <p:cNvPr id="68" name="Rombo 67">
            <a:extLst>
              <a:ext uri="{FF2B5EF4-FFF2-40B4-BE49-F238E27FC236}">
                <a16:creationId xmlns:a16="http://schemas.microsoft.com/office/drawing/2014/main" id="{7DAA180A-7A10-C05B-5400-CEA2C19FACF2}"/>
              </a:ext>
            </a:extLst>
          </p:cNvPr>
          <p:cNvSpPr/>
          <p:nvPr/>
        </p:nvSpPr>
        <p:spPr>
          <a:xfrm>
            <a:off x="5549577" y="2915937"/>
            <a:ext cx="267630" cy="118947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9" name="Connettore diritto 68">
            <a:extLst>
              <a:ext uri="{FF2B5EF4-FFF2-40B4-BE49-F238E27FC236}">
                <a16:creationId xmlns:a16="http://schemas.microsoft.com/office/drawing/2014/main" id="{F69633C3-52EF-0E89-D65C-C2F22E62D4DD}"/>
              </a:ext>
            </a:extLst>
          </p:cNvPr>
          <p:cNvCxnSpPr>
            <a:cxnSpLocks/>
          </p:cNvCxnSpPr>
          <p:nvPr/>
        </p:nvCxnSpPr>
        <p:spPr>
          <a:xfrm>
            <a:off x="5817207" y="2975411"/>
            <a:ext cx="5472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CasellaDiTesto 26">
            <a:extLst>
              <a:ext uri="{FF2B5EF4-FFF2-40B4-BE49-F238E27FC236}">
                <a16:creationId xmlns:a16="http://schemas.microsoft.com/office/drawing/2014/main" id="{78DAC392-D0BC-64C5-C318-413D50DABC93}"/>
              </a:ext>
            </a:extLst>
          </p:cNvPr>
          <p:cNvSpPr txBox="1"/>
          <p:nvPr/>
        </p:nvSpPr>
        <p:spPr>
          <a:xfrm>
            <a:off x="5588307" y="2674485"/>
            <a:ext cx="1090815" cy="230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parameter</a:t>
            </a:r>
          </a:p>
        </p:txBody>
      </p:sp>
      <p:sp>
        <p:nvSpPr>
          <p:cNvPr id="72" name="Rombo 71">
            <a:extLst>
              <a:ext uri="{FF2B5EF4-FFF2-40B4-BE49-F238E27FC236}">
                <a16:creationId xmlns:a16="http://schemas.microsoft.com/office/drawing/2014/main" id="{21A32CFF-E7D9-6BD3-C36A-32A613D1EF6B}"/>
              </a:ext>
            </a:extLst>
          </p:cNvPr>
          <p:cNvSpPr/>
          <p:nvPr/>
        </p:nvSpPr>
        <p:spPr>
          <a:xfrm>
            <a:off x="5529968" y="4356051"/>
            <a:ext cx="267630" cy="118947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9B1DB844-E431-A4D8-B6B9-E06024D5E0BD}"/>
              </a:ext>
            </a:extLst>
          </p:cNvPr>
          <p:cNvCxnSpPr>
            <a:cxnSpLocks/>
          </p:cNvCxnSpPr>
          <p:nvPr/>
        </p:nvCxnSpPr>
        <p:spPr>
          <a:xfrm>
            <a:off x="5797598" y="4415525"/>
            <a:ext cx="5798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CasellaDiTesto 26">
            <a:extLst>
              <a:ext uri="{FF2B5EF4-FFF2-40B4-BE49-F238E27FC236}">
                <a16:creationId xmlns:a16="http://schemas.microsoft.com/office/drawing/2014/main" id="{FEACF41A-B484-4E68-AAED-1CE0B8C9DE21}"/>
              </a:ext>
            </a:extLst>
          </p:cNvPr>
          <p:cNvSpPr txBox="1"/>
          <p:nvPr/>
        </p:nvSpPr>
        <p:spPr>
          <a:xfrm>
            <a:off x="5581682" y="4083191"/>
            <a:ext cx="1090815" cy="230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reference</a:t>
            </a:r>
          </a:p>
        </p:txBody>
      </p:sp>
      <p:cxnSp>
        <p:nvCxnSpPr>
          <p:cNvPr id="79" name="Connettore a gomito 78">
            <a:extLst>
              <a:ext uri="{FF2B5EF4-FFF2-40B4-BE49-F238E27FC236}">
                <a16:creationId xmlns:a16="http://schemas.microsoft.com/office/drawing/2014/main" id="{91376A0D-3B67-07B7-3B57-8BEECDAE600F}"/>
              </a:ext>
            </a:extLst>
          </p:cNvPr>
          <p:cNvCxnSpPr>
            <a:stCxn id="48" idx="2"/>
            <a:endCxn id="28" idx="2"/>
          </p:cNvCxnSpPr>
          <p:nvPr/>
        </p:nvCxnSpPr>
        <p:spPr>
          <a:xfrm rot="5400000">
            <a:off x="5833594" y="3701794"/>
            <a:ext cx="299639" cy="2665273"/>
          </a:xfrm>
          <a:prstGeom prst="bentConnector3">
            <a:avLst>
              <a:gd name="adj1" fmla="val 24263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DF7D8892-55F8-EC73-8E75-314A27AC0709}"/>
              </a:ext>
            </a:extLst>
          </p:cNvPr>
          <p:cNvSpPr txBox="1"/>
          <p:nvPr/>
        </p:nvSpPr>
        <p:spPr>
          <a:xfrm>
            <a:off x="5621573" y="5368270"/>
            <a:ext cx="800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+ destination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00FDE14D-66BC-3E46-DC0E-09A6DB22A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5207" y="5975662"/>
            <a:ext cx="9144000" cy="357067"/>
          </a:xfrm>
        </p:spPr>
        <p:txBody>
          <a:bodyPr>
            <a:normAutofit/>
          </a:bodyPr>
          <a:lstStyle/>
          <a:p>
            <a:r>
              <a:rPr lang="en-US" sz="1800" b="1" dirty="0"/>
              <a:t>SPM Configured Power Profile Container</a:t>
            </a:r>
          </a:p>
        </p:txBody>
      </p:sp>
    </p:spTree>
    <p:extLst>
      <p:ext uri="{BB962C8B-B14F-4D97-AF65-F5344CB8AC3E}">
        <p14:creationId xmlns:p14="http://schemas.microsoft.com/office/powerpoint/2010/main" val="117073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6710448-261F-B5F0-24AE-43918543970B}"/>
              </a:ext>
            </a:extLst>
          </p:cNvPr>
          <p:cNvSpPr/>
          <p:nvPr/>
        </p:nvSpPr>
        <p:spPr>
          <a:xfrm>
            <a:off x="751864" y="92299"/>
            <a:ext cx="1877124" cy="6308501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BB7831E5-C7A5-293F-D749-B587D525C055}"/>
              </a:ext>
            </a:extLst>
          </p:cNvPr>
          <p:cNvCxnSpPr>
            <a:cxnSpLocks/>
          </p:cNvCxnSpPr>
          <p:nvPr/>
        </p:nvCxnSpPr>
        <p:spPr>
          <a:xfrm>
            <a:off x="751864" y="720856"/>
            <a:ext cx="1877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sellaDiTesto 7">
            <a:extLst>
              <a:ext uri="{FF2B5EF4-FFF2-40B4-BE49-F238E27FC236}">
                <a16:creationId xmlns:a16="http://schemas.microsoft.com/office/drawing/2014/main" id="{85FC0551-CD57-5E4A-B3E7-08CF61F2DEFE}"/>
              </a:ext>
            </a:extLst>
          </p:cNvPr>
          <p:cNvSpPr txBox="1"/>
          <p:nvPr/>
        </p:nvSpPr>
        <p:spPr>
          <a:xfrm>
            <a:off x="736837" y="210146"/>
            <a:ext cx="187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u="sng" dirty="0" err="1"/>
              <a:t>SpmGeneral</a:t>
            </a:r>
            <a:r>
              <a:rPr lang="en-US" sz="900" u="sng" dirty="0"/>
              <a:t>:</a:t>
            </a:r>
          </a:p>
          <a:p>
            <a:pPr algn="ctr"/>
            <a:r>
              <a:rPr lang="en-US" sz="900" u="sng" dirty="0" err="1"/>
              <a:t>EcucParamConfContainerDef</a:t>
            </a:r>
            <a:endParaRPr lang="en-US" sz="900" u="sng" dirty="0"/>
          </a:p>
        </p:txBody>
      </p:sp>
      <p:sp>
        <p:nvSpPr>
          <p:cNvPr id="7" name="CasellaDiTesto 8">
            <a:extLst>
              <a:ext uri="{FF2B5EF4-FFF2-40B4-BE49-F238E27FC236}">
                <a16:creationId xmlns:a16="http://schemas.microsoft.com/office/drawing/2014/main" id="{B152744D-2993-704B-59C7-1F0128F66356}"/>
              </a:ext>
            </a:extLst>
          </p:cNvPr>
          <p:cNvSpPr txBox="1"/>
          <p:nvPr/>
        </p:nvSpPr>
        <p:spPr>
          <a:xfrm>
            <a:off x="882601" y="1042197"/>
            <a:ext cx="163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8" name="Segnaposto numero diapositiva 1">
            <a:extLst>
              <a:ext uri="{FF2B5EF4-FFF2-40B4-BE49-F238E27FC236}">
                <a16:creationId xmlns:a16="http://schemas.microsoft.com/office/drawing/2014/main" id="{283E5116-0C12-06A4-9AEC-FAE2A4D680B4}"/>
              </a:ext>
            </a:extLst>
          </p:cNvPr>
          <p:cNvSpPr txBox="1">
            <a:spLocks/>
          </p:cNvSpPr>
          <p:nvPr/>
        </p:nvSpPr>
        <p:spPr>
          <a:xfrm>
            <a:off x="8204611" y="1556435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3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C6335B0-2AB3-408B-E79C-CE8D9C64D478}"/>
              </a:ext>
            </a:extLst>
          </p:cNvPr>
          <p:cNvSpPr/>
          <p:nvPr/>
        </p:nvSpPr>
        <p:spPr>
          <a:xfrm>
            <a:off x="7059771" y="1456549"/>
            <a:ext cx="2083860" cy="688366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79A6B3E3-3A7A-14EA-4265-4AFEA9595F38}"/>
              </a:ext>
            </a:extLst>
          </p:cNvPr>
          <p:cNvCxnSpPr>
            <a:cxnSpLocks/>
          </p:cNvCxnSpPr>
          <p:nvPr/>
        </p:nvCxnSpPr>
        <p:spPr>
          <a:xfrm>
            <a:off x="7059771" y="1792775"/>
            <a:ext cx="2083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asellaDiTesto 16">
            <a:extLst>
              <a:ext uri="{FF2B5EF4-FFF2-40B4-BE49-F238E27FC236}">
                <a16:creationId xmlns:a16="http://schemas.microsoft.com/office/drawing/2014/main" id="{1E7A5156-8940-D28C-97C5-6E56FD24CDAD}"/>
              </a:ext>
            </a:extLst>
          </p:cNvPr>
          <p:cNvSpPr txBox="1"/>
          <p:nvPr/>
        </p:nvSpPr>
        <p:spPr>
          <a:xfrm>
            <a:off x="7059770" y="1399029"/>
            <a:ext cx="208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SpmHeartBeatCommPeriodicity_ms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EcucIntegerParamDef</a:t>
            </a:r>
            <a:endParaRPr lang="en-US" sz="1000" u="sng" dirty="0"/>
          </a:p>
        </p:txBody>
      </p:sp>
      <p:sp>
        <p:nvSpPr>
          <p:cNvPr id="12" name="CasellaDiTesto 18">
            <a:extLst>
              <a:ext uri="{FF2B5EF4-FFF2-40B4-BE49-F238E27FC236}">
                <a16:creationId xmlns:a16="http://schemas.microsoft.com/office/drawing/2014/main" id="{C77EFB75-002E-CA91-7213-1CCDB93C72D8}"/>
              </a:ext>
            </a:extLst>
          </p:cNvPr>
          <p:cNvSpPr txBox="1"/>
          <p:nvPr/>
        </p:nvSpPr>
        <p:spPr>
          <a:xfrm>
            <a:off x="7174015" y="1757843"/>
            <a:ext cx="181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13" name="Rombo 12">
            <a:extLst>
              <a:ext uri="{FF2B5EF4-FFF2-40B4-BE49-F238E27FC236}">
                <a16:creationId xmlns:a16="http://schemas.microsoft.com/office/drawing/2014/main" id="{E0CA4DB8-BC83-7833-1957-538359643951}"/>
              </a:ext>
            </a:extLst>
          </p:cNvPr>
          <p:cNvSpPr/>
          <p:nvPr/>
        </p:nvSpPr>
        <p:spPr>
          <a:xfrm>
            <a:off x="2644015" y="1696447"/>
            <a:ext cx="267630" cy="62753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C81E5E9B-0667-92DE-6DDC-5C844EDA4C3E}"/>
              </a:ext>
            </a:extLst>
          </p:cNvPr>
          <p:cNvCxnSpPr>
            <a:cxnSpLocks/>
          </p:cNvCxnSpPr>
          <p:nvPr/>
        </p:nvCxnSpPr>
        <p:spPr>
          <a:xfrm>
            <a:off x="2911645" y="1732979"/>
            <a:ext cx="41481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asellaDiTesto 26">
            <a:extLst>
              <a:ext uri="{FF2B5EF4-FFF2-40B4-BE49-F238E27FC236}">
                <a16:creationId xmlns:a16="http://schemas.microsoft.com/office/drawing/2014/main" id="{3FE4CC00-AAB8-A70E-EF22-D4A08AC7DED1}"/>
              </a:ext>
            </a:extLst>
          </p:cNvPr>
          <p:cNvSpPr txBox="1"/>
          <p:nvPr/>
        </p:nvSpPr>
        <p:spPr>
          <a:xfrm>
            <a:off x="2906708" y="1529828"/>
            <a:ext cx="10908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parameter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3D6D95A-7C01-1AEE-5BE6-28CA2DB5E01C}"/>
              </a:ext>
            </a:extLst>
          </p:cNvPr>
          <p:cNvSpPr/>
          <p:nvPr/>
        </p:nvSpPr>
        <p:spPr>
          <a:xfrm>
            <a:off x="3929138" y="899886"/>
            <a:ext cx="2141369" cy="709944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0376DBBC-876D-9DF9-B5D7-C191EA9FE1BC}"/>
              </a:ext>
            </a:extLst>
          </p:cNvPr>
          <p:cNvCxnSpPr>
            <a:cxnSpLocks/>
          </p:cNvCxnSpPr>
          <p:nvPr/>
        </p:nvCxnSpPr>
        <p:spPr>
          <a:xfrm>
            <a:off x="3929137" y="1204938"/>
            <a:ext cx="21413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CasellaDiTesto 23">
            <a:extLst>
              <a:ext uri="{FF2B5EF4-FFF2-40B4-BE49-F238E27FC236}">
                <a16:creationId xmlns:a16="http://schemas.microsoft.com/office/drawing/2014/main" id="{2202DA60-2760-6D69-0CC9-4DBEE607D4B0}"/>
              </a:ext>
            </a:extLst>
          </p:cNvPr>
          <p:cNvSpPr txBox="1"/>
          <p:nvPr/>
        </p:nvSpPr>
        <p:spPr>
          <a:xfrm>
            <a:off x="3913302" y="882142"/>
            <a:ext cx="214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u="sng" dirty="0" err="1"/>
              <a:t>SpmMainFunctionPeriodicity_ms</a:t>
            </a:r>
            <a:r>
              <a:rPr lang="en-US" sz="900" u="sng" dirty="0"/>
              <a:t>:</a:t>
            </a:r>
          </a:p>
          <a:p>
            <a:pPr algn="ctr"/>
            <a:r>
              <a:rPr lang="en-US" sz="900" u="sng" dirty="0" err="1"/>
              <a:t>EcucFloatParamDef</a:t>
            </a:r>
            <a:endParaRPr lang="en-US" sz="900" u="sng" dirty="0"/>
          </a:p>
        </p:txBody>
      </p:sp>
      <p:sp>
        <p:nvSpPr>
          <p:cNvPr id="19" name="Rombo 18">
            <a:extLst>
              <a:ext uri="{FF2B5EF4-FFF2-40B4-BE49-F238E27FC236}">
                <a16:creationId xmlns:a16="http://schemas.microsoft.com/office/drawing/2014/main" id="{FF136A23-257B-0C7A-EE11-837712B2DB3F}"/>
              </a:ext>
            </a:extLst>
          </p:cNvPr>
          <p:cNvSpPr/>
          <p:nvPr/>
        </p:nvSpPr>
        <p:spPr>
          <a:xfrm>
            <a:off x="2630892" y="1264176"/>
            <a:ext cx="280753" cy="70118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B3FC5084-4218-E1B4-1E52-B6C1D8714F32}"/>
              </a:ext>
            </a:extLst>
          </p:cNvPr>
          <p:cNvCxnSpPr>
            <a:cxnSpLocks/>
          </p:cNvCxnSpPr>
          <p:nvPr/>
        </p:nvCxnSpPr>
        <p:spPr>
          <a:xfrm>
            <a:off x="2921284" y="1300375"/>
            <a:ext cx="10078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sellaDiTesto 37">
            <a:extLst>
              <a:ext uri="{FF2B5EF4-FFF2-40B4-BE49-F238E27FC236}">
                <a16:creationId xmlns:a16="http://schemas.microsoft.com/office/drawing/2014/main" id="{0A8AD186-0A6F-E1B9-C3FC-533DADEE710F}"/>
              </a:ext>
            </a:extLst>
          </p:cNvPr>
          <p:cNvSpPr txBox="1"/>
          <p:nvPr/>
        </p:nvSpPr>
        <p:spPr>
          <a:xfrm>
            <a:off x="2998885" y="1072355"/>
            <a:ext cx="9223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parameter</a:t>
            </a:r>
          </a:p>
        </p:txBody>
      </p:sp>
      <p:sp>
        <p:nvSpPr>
          <p:cNvPr id="22" name="CasellaDiTesto 38">
            <a:extLst>
              <a:ext uri="{FF2B5EF4-FFF2-40B4-BE49-F238E27FC236}">
                <a16:creationId xmlns:a16="http://schemas.microsoft.com/office/drawing/2014/main" id="{D371DC2A-1C43-9059-23AA-C057C97BE0C2}"/>
              </a:ext>
            </a:extLst>
          </p:cNvPr>
          <p:cNvSpPr txBox="1"/>
          <p:nvPr/>
        </p:nvSpPr>
        <p:spPr>
          <a:xfrm>
            <a:off x="3954630" y="1204938"/>
            <a:ext cx="2115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30" name="Segnaposto numero diapositiva 1">
            <a:extLst>
              <a:ext uri="{FF2B5EF4-FFF2-40B4-BE49-F238E27FC236}">
                <a16:creationId xmlns:a16="http://schemas.microsoft.com/office/drawing/2014/main" id="{AA952FE6-5355-3B7D-D568-CEC5C7D6CE2A}"/>
              </a:ext>
            </a:extLst>
          </p:cNvPr>
          <p:cNvSpPr txBox="1">
            <a:spLocks/>
          </p:cNvSpPr>
          <p:nvPr/>
        </p:nvSpPr>
        <p:spPr>
          <a:xfrm>
            <a:off x="5088619" y="2193679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3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0B469A75-B01C-A7A1-6E05-3531DBB3C497}"/>
              </a:ext>
            </a:extLst>
          </p:cNvPr>
          <p:cNvSpPr/>
          <p:nvPr/>
        </p:nvSpPr>
        <p:spPr>
          <a:xfrm>
            <a:off x="3943779" y="1920027"/>
            <a:ext cx="2083860" cy="1030046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DC0A8BCE-F05A-D205-9CB9-614E1EA166FC}"/>
              </a:ext>
            </a:extLst>
          </p:cNvPr>
          <p:cNvCxnSpPr>
            <a:cxnSpLocks/>
          </p:cNvCxnSpPr>
          <p:nvPr/>
        </p:nvCxnSpPr>
        <p:spPr>
          <a:xfrm>
            <a:off x="3943779" y="2313644"/>
            <a:ext cx="2083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CasellaDiTesto 16">
            <a:extLst>
              <a:ext uri="{FF2B5EF4-FFF2-40B4-BE49-F238E27FC236}">
                <a16:creationId xmlns:a16="http://schemas.microsoft.com/office/drawing/2014/main" id="{CAAF9877-CA69-B533-40FA-239118F46488}"/>
              </a:ext>
            </a:extLst>
          </p:cNvPr>
          <p:cNvSpPr txBox="1"/>
          <p:nvPr/>
        </p:nvSpPr>
        <p:spPr>
          <a:xfrm>
            <a:off x="3943778" y="1894957"/>
            <a:ext cx="208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SpmPermitExecutionMask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EcucIntegerParamDef</a:t>
            </a:r>
            <a:endParaRPr lang="en-US" sz="1000" u="sng" dirty="0"/>
          </a:p>
        </p:txBody>
      </p:sp>
      <p:sp>
        <p:nvSpPr>
          <p:cNvPr id="34" name="CasellaDiTesto 18">
            <a:extLst>
              <a:ext uri="{FF2B5EF4-FFF2-40B4-BE49-F238E27FC236}">
                <a16:creationId xmlns:a16="http://schemas.microsoft.com/office/drawing/2014/main" id="{DD1203E4-32E3-291D-207E-6D92BA52B9AE}"/>
              </a:ext>
            </a:extLst>
          </p:cNvPr>
          <p:cNvSpPr txBox="1"/>
          <p:nvPr/>
        </p:nvSpPr>
        <p:spPr>
          <a:xfrm>
            <a:off x="4058023" y="2287386"/>
            <a:ext cx="1810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>
                <a:solidFill>
                  <a:srgbClr val="941C36"/>
                </a:solidFill>
              </a:rPr>
              <a:t>Min = 0</a:t>
            </a:r>
          </a:p>
          <a:p>
            <a:pPr algn="ctr"/>
            <a:r>
              <a:rPr lang="en-US" sz="900" dirty="0">
                <a:solidFill>
                  <a:srgbClr val="941C36"/>
                </a:solidFill>
              </a:rPr>
              <a:t>Max = 255</a:t>
            </a:r>
          </a:p>
        </p:txBody>
      </p:sp>
      <p:sp>
        <p:nvSpPr>
          <p:cNvPr id="35" name="Rombo 34">
            <a:extLst>
              <a:ext uri="{FF2B5EF4-FFF2-40B4-BE49-F238E27FC236}">
                <a16:creationId xmlns:a16="http://schemas.microsoft.com/office/drawing/2014/main" id="{4D29F088-B9C9-A780-93F4-05413E7C23DF}"/>
              </a:ext>
            </a:extLst>
          </p:cNvPr>
          <p:cNvSpPr/>
          <p:nvPr/>
        </p:nvSpPr>
        <p:spPr>
          <a:xfrm>
            <a:off x="2651611" y="2434812"/>
            <a:ext cx="280753" cy="70118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6C3B7140-FF96-C7F7-3295-B9A6AC758C6F}"/>
              </a:ext>
            </a:extLst>
          </p:cNvPr>
          <p:cNvCxnSpPr>
            <a:cxnSpLocks/>
          </p:cNvCxnSpPr>
          <p:nvPr/>
        </p:nvCxnSpPr>
        <p:spPr>
          <a:xfrm>
            <a:off x="2942005" y="2456753"/>
            <a:ext cx="10078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CasellaDiTesto 37">
            <a:extLst>
              <a:ext uri="{FF2B5EF4-FFF2-40B4-BE49-F238E27FC236}">
                <a16:creationId xmlns:a16="http://schemas.microsoft.com/office/drawing/2014/main" id="{6243C12F-1D27-7987-91F7-6ABA74121B2A}"/>
              </a:ext>
            </a:extLst>
          </p:cNvPr>
          <p:cNvSpPr txBox="1"/>
          <p:nvPr/>
        </p:nvSpPr>
        <p:spPr>
          <a:xfrm>
            <a:off x="3021444" y="2143172"/>
            <a:ext cx="9223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parameter</a:t>
            </a:r>
          </a:p>
        </p:txBody>
      </p:sp>
      <p:sp>
        <p:nvSpPr>
          <p:cNvPr id="38" name="Segnaposto numero diapositiva 1">
            <a:extLst>
              <a:ext uri="{FF2B5EF4-FFF2-40B4-BE49-F238E27FC236}">
                <a16:creationId xmlns:a16="http://schemas.microsoft.com/office/drawing/2014/main" id="{3DD6B4A2-9931-C3F1-7293-69494CB211A2}"/>
              </a:ext>
            </a:extLst>
          </p:cNvPr>
          <p:cNvSpPr txBox="1">
            <a:spLocks/>
          </p:cNvSpPr>
          <p:nvPr/>
        </p:nvSpPr>
        <p:spPr>
          <a:xfrm>
            <a:off x="8229793" y="3637756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3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BD4C8FA7-DFCB-B6AA-3833-25A36F2CFD91}"/>
              </a:ext>
            </a:extLst>
          </p:cNvPr>
          <p:cNvSpPr/>
          <p:nvPr/>
        </p:nvSpPr>
        <p:spPr>
          <a:xfrm>
            <a:off x="7084953" y="3531928"/>
            <a:ext cx="2083860" cy="681733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49EAC5B0-E35E-FE82-EE94-0EF93AE88CAF}"/>
              </a:ext>
            </a:extLst>
          </p:cNvPr>
          <p:cNvCxnSpPr>
            <a:cxnSpLocks/>
          </p:cNvCxnSpPr>
          <p:nvPr/>
        </p:nvCxnSpPr>
        <p:spPr>
          <a:xfrm>
            <a:off x="7084953" y="3849161"/>
            <a:ext cx="2083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CasellaDiTesto 16">
            <a:extLst>
              <a:ext uri="{FF2B5EF4-FFF2-40B4-BE49-F238E27FC236}">
                <a16:creationId xmlns:a16="http://schemas.microsoft.com/office/drawing/2014/main" id="{34E378FD-F89F-6929-18BF-F54352EC52B8}"/>
              </a:ext>
            </a:extLst>
          </p:cNvPr>
          <p:cNvSpPr txBox="1"/>
          <p:nvPr/>
        </p:nvSpPr>
        <p:spPr>
          <a:xfrm>
            <a:off x="7084952" y="3480350"/>
            <a:ext cx="208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SpmInitHbInitPhaseTimeCounter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EcucIntegerParamDef</a:t>
            </a:r>
            <a:endParaRPr lang="en-US" sz="1000" u="sng" dirty="0"/>
          </a:p>
        </p:txBody>
      </p:sp>
      <p:sp>
        <p:nvSpPr>
          <p:cNvPr id="42" name="CasellaDiTesto 18">
            <a:extLst>
              <a:ext uri="{FF2B5EF4-FFF2-40B4-BE49-F238E27FC236}">
                <a16:creationId xmlns:a16="http://schemas.microsoft.com/office/drawing/2014/main" id="{AD9969D6-29FE-18BD-616D-AF3279BBECEF}"/>
              </a:ext>
            </a:extLst>
          </p:cNvPr>
          <p:cNvSpPr txBox="1"/>
          <p:nvPr/>
        </p:nvSpPr>
        <p:spPr>
          <a:xfrm>
            <a:off x="7199197" y="3831212"/>
            <a:ext cx="181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43" name="Rombo 42">
            <a:extLst>
              <a:ext uri="{FF2B5EF4-FFF2-40B4-BE49-F238E27FC236}">
                <a16:creationId xmlns:a16="http://schemas.microsoft.com/office/drawing/2014/main" id="{7C2626DB-D780-B6B6-1489-6E93D2A3646E}"/>
              </a:ext>
            </a:extLst>
          </p:cNvPr>
          <p:cNvSpPr/>
          <p:nvPr/>
        </p:nvSpPr>
        <p:spPr>
          <a:xfrm>
            <a:off x="2644991" y="3680890"/>
            <a:ext cx="280753" cy="70118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44" name="Connettore diritto 43">
            <a:extLst>
              <a:ext uri="{FF2B5EF4-FFF2-40B4-BE49-F238E27FC236}">
                <a16:creationId xmlns:a16="http://schemas.microsoft.com/office/drawing/2014/main" id="{CE93962E-A69B-4847-BECF-AD1BAEE67451}"/>
              </a:ext>
            </a:extLst>
          </p:cNvPr>
          <p:cNvCxnSpPr>
            <a:cxnSpLocks/>
          </p:cNvCxnSpPr>
          <p:nvPr/>
        </p:nvCxnSpPr>
        <p:spPr>
          <a:xfrm>
            <a:off x="2935385" y="3719457"/>
            <a:ext cx="41495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CasellaDiTesto 37">
            <a:extLst>
              <a:ext uri="{FF2B5EF4-FFF2-40B4-BE49-F238E27FC236}">
                <a16:creationId xmlns:a16="http://schemas.microsoft.com/office/drawing/2014/main" id="{9C3A362A-18EB-102A-288E-179341D80E98}"/>
              </a:ext>
            </a:extLst>
          </p:cNvPr>
          <p:cNvSpPr txBox="1"/>
          <p:nvPr/>
        </p:nvSpPr>
        <p:spPr>
          <a:xfrm>
            <a:off x="3014824" y="3505626"/>
            <a:ext cx="9223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parameter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24E1CA9-FE5E-E55D-B9E6-C9AF5EFDE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035" y="6096535"/>
            <a:ext cx="4085968" cy="438602"/>
          </a:xfrm>
        </p:spPr>
        <p:txBody>
          <a:bodyPr>
            <a:normAutofit/>
          </a:bodyPr>
          <a:lstStyle/>
          <a:p>
            <a:r>
              <a:rPr lang="en-US" sz="1800" b="1" dirty="0"/>
              <a:t>SPM General Configuration Container</a:t>
            </a:r>
          </a:p>
        </p:txBody>
      </p:sp>
      <p:sp>
        <p:nvSpPr>
          <p:cNvPr id="52" name="Segnaposto numero diapositiva 1">
            <a:extLst>
              <a:ext uri="{FF2B5EF4-FFF2-40B4-BE49-F238E27FC236}">
                <a16:creationId xmlns:a16="http://schemas.microsoft.com/office/drawing/2014/main" id="{B18716A0-CCB8-3663-D318-F4C911D9FFE1}"/>
              </a:ext>
            </a:extLst>
          </p:cNvPr>
          <p:cNvSpPr txBox="1">
            <a:spLocks/>
          </p:cNvSpPr>
          <p:nvPr/>
        </p:nvSpPr>
        <p:spPr>
          <a:xfrm>
            <a:off x="8205217" y="421178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3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CAC24BAE-7445-0E9E-203C-5F5B1D822818}"/>
              </a:ext>
            </a:extLst>
          </p:cNvPr>
          <p:cNvSpPr/>
          <p:nvPr/>
        </p:nvSpPr>
        <p:spPr>
          <a:xfrm>
            <a:off x="7060376" y="321291"/>
            <a:ext cx="2856707" cy="751063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4" name="Connettore diritto 53">
            <a:extLst>
              <a:ext uri="{FF2B5EF4-FFF2-40B4-BE49-F238E27FC236}">
                <a16:creationId xmlns:a16="http://schemas.microsoft.com/office/drawing/2014/main" id="{768D77FD-3CF1-8362-75A6-F7551E50A144}"/>
              </a:ext>
            </a:extLst>
          </p:cNvPr>
          <p:cNvCxnSpPr>
            <a:cxnSpLocks/>
            <a:stCxn id="53" idx="1"/>
            <a:endCxn id="53" idx="3"/>
          </p:cNvCxnSpPr>
          <p:nvPr/>
        </p:nvCxnSpPr>
        <p:spPr>
          <a:xfrm>
            <a:off x="7060376" y="696823"/>
            <a:ext cx="28567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CasellaDiTesto 16">
            <a:extLst>
              <a:ext uri="{FF2B5EF4-FFF2-40B4-BE49-F238E27FC236}">
                <a16:creationId xmlns:a16="http://schemas.microsoft.com/office/drawing/2014/main" id="{282D0F1E-6527-1243-83E7-1406E945537A}"/>
              </a:ext>
            </a:extLst>
          </p:cNvPr>
          <p:cNvSpPr txBox="1"/>
          <p:nvPr/>
        </p:nvSpPr>
        <p:spPr>
          <a:xfrm>
            <a:off x="6996463" y="321325"/>
            <a:ext cx="2931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SpmHeartBeatMDeadlineMonitoringTime_ms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EcucIntegerParamDef</a:t>
            </a:r>
            <a:endParaRPr lang="en-US" sz="1000" u="sng" dirty="0"/>
          </a:p>
        </p:txBody>
      </p:sp>
      <p:sp>
        <p:nvSpPr>
          <p:cNvPr id="56" name="CasellaDiTesto 18">
            <a:extLst>
              <a:ext uri="{FF2B5EF4-FFF2-40B4-BE49-F238E27FC236}">
                <a16:creationId xmlns:a16="http://schemas.microsoft.com/office/drawing/2014/main" id="{97BB256B-5264-BE61-8103-DFBA2E2C4794}"/>
              </a:ext>
            </a:extLst>
          </p:cNvPr>
          <p:cNvSpPr txBox="1"/>
          <p:nvPr/>
        </p:nvSpPr>
        <p:spPr>
          <a:xfrm>
            <a:off x="7524324" y="722086"/>
            <a:ext cx="181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57" name="Rombo 56">
            <a:extLst>
              <a:ext uri="{FF2B5EF4-FFF2-40B4-BE49-F238E27FC236}">
                <a16:creationId xmlns:a16="http://schemas.microsoft.com/office/drawing/2014/main" id="{D9C8041E-5062-A027-40B5-51091D11017B}"/>
              </a:ext>
            </a:extLst>
          </p:cNvPr>
          <p:cNvSpPr/>
          <p:nvPr/>
        </p:nvSpPr>
        <p:spPr>
          <a:xfrm>
            <a:off x="2644621" y="561190"/>
            <a:ext cx="267630" cy="62753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8" name="Connettore diritto 57">
            <a:extLst>
              <a:ext uri="{FF2B5EF4-FFF2-40B4-BE49-F238E27FC236}">
                <a16:creationId xmlns:a16="http://schemas.microsoft.com/office/drawing/2014/main" id="{1BB37E2C-CA2B-5299-FDC6-CD3B8B6DD9B4}"/>
              </a:ext>
            </a:extLst>
          </p:cNvPr>
          <p:cNvCxnSpPr>
            <a:cxnSpLocks/>
          </p:cNvCxnSpPr>
          <p:nvPr/>
        </p:nvCxnSpPr>
        <p:spPr>
          <a:xfrm>
            <a:off x="2912251" y="597722"/>
            <a:ext cx="41481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CasellaDiTesto 26">
            <a:extLst>
              <a:ext uri="{FF2B5EF4-FFF2-40B4-BE49-F238E27FC236}">
                <a16:creationId xmlns:a16="http://schemas.microsoft.com/office/drawing/2014/main" id="{8B51F7AD-9832-E2F3-6D02-1589C3153B6E}"/>
              </a:ext>
            </a:extLst>
          </p:cNvPr>
          <p:cNvSpPr txBox="1"/>
          <p:nvPr/>
        </p:nvSpPr>
        <p:spPr>
          <a:xfrm>
            <a:off x="2907314" y="394571"/>
            <a:ext cx="10908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parameter</a:t>
            </a:r>
          </a:p>
        </p:txBody>
      </p:sp>
      <p:sp>
        <p:nvSpPr>
          <p:cNvPr id="84" name="Segnaposto numero diapositiva 1">
            <a:extLst>
              <a:ext uri="{FF2B5EF4-FFF2-40B4-BE49-F238E27FC236}">
                <a16:creationId xmlns:a16="http://schemas.microsoft.com/office/drawing/2014/main" id="{7D86A332-06D0-1AF4-902A-4E25254CA2DC}"/>
              </a:ext>
            </a:extLst>
          </p:cNvPr>
          <p:cNvSpPr txBox="1">
            <a:spLocks/>
          </p:cNvSpPr>
          <p:nvPr/>
        </p:nvSpPr>
        <p:spPr>
          <a:xfrm>
            <a:off x="8217075" y="2773147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3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85" name="Rettangolo 84">
            <a:extLst>
              <a:ext uri="{FF2B5EF4-FFF2-40B4-BE49-F238E27FC236}">
                <a16:creationId xmlns:a16="http://schemas.microsoft.com/office/drawing/2014/main" id="{4224A5BB-4E0A-070C-C6C2-C57042039E5E}"/>
              </a:ext>
            </a:extLst>
          </p:cNvPr>
          <p:cNvSpPr/>
          <p:nvPr/>
        </p:nvSpPr>
        <p:spPr>
          <a:xfrm>
            <a:off x="7072235" y="2673261"/>
            <a:ext cx="2083860" cy="688366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6" name="Connettore diritto 85">
            <a:extLst>
              <a:ext uri="{FF2B5EF4-FFF2-40B4-BE49-F238E27FC236}">
                <a16:creationId xmlns:a16="http://schemas.microsoft.com/office/drawing/2014/main" id="{CC256CA1-3E3F-B726-56F9-A6B1588662ED}"/>
              </a:ext>
            </a:extLst>
          </p:cNvPr>
          <p:cNvCxnSpPr>
            <a:cxnSpLocks/>
          </p:cNvCxnSpPr>
          <p:nvPr/>
        </p:nvCxnSpPr>
        <p:spPr>
          <a:xfrm>
            <a:off x="7072235" y="3009487"/>
            <a:ext cx="2083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CasellaDiTesto 18">
            <a:extLst>
              <a:ext uri="{FF2B5EF4-FFF2-40B4-BE49-F238E27FC236}">
                <a16:creationId xmlns:a16="http://schemas.microsoft.com/office/drawing/2014/main" id="{21F33857-F594-C755-FD17-888C1506FCB7}"/>
              </a:ext>
            </a:extLst>
          </p:cNvPr>
          <p:cNvSpPr txBox="1"/>
          <p:nvPr/>
        </p:nvSpPr>
        <p:spPr>
          <a:xfrm>
            <a:off x="7186479" y="2974555"/>
            <a:ext cx="181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88" name="Rombo 87">
            <a:extLst>
              <a:ext uri="{FF2B5EF4-FFF2-40B4-BE49-F238E27FC236}">
                <a16:creationId xmlns:a16="http://schemas.microsoft.com/office/drawing/2014/main" id="{33536697-C8A6-5384-4FC9-3DFA73FAEE1F}"/>
              </a:ext>
            </a:extLst>
          </p:cNvPr>
          <p:cNvSpPr/>
          <p:nvPr/>
        </p:nvSpPr>
        <p:spPr>
          <a:xfrm>
            <a:off x="2638893" y="3109951"/>
            <a:ext cx="280753" cy="70118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9" name="Connettore diritto 88">
            <a:extLst>
              <a:ext uri="{FF2B5EF4-FFF2-40B4-BE49-F238E27FC236}">
                <a16:creationId xmlns:a16="http://schemas.microsoft.com/office/drawing/2014/main" id="{6AF4CACD-580F-595E-0AE9-F11E9E72825D}"/>
              </a:ext>
            </a:extLst>
          </p:cNvPr>
          <p:cNvCxnSpPr>
            <a:cxnSpLocks/>
          </p:cNvCxnSpPr>
          <p:nvPr/>
        </p:nvCxnSpPr>
        <p:spPr>
          <a:xfrm>
            <a:off x="2929287" y="3148518"/>
            <a:ext cx="41495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CasellaDiTesto 37">
            <a:extLst>
              <a:ext uri="{FF2B5EF4-FFF2-40B4-BE49-F238E27FC236}">
                <a16:creationId xmlns:a16="http://schemas.microsoft.com/office/drawing/2014/main" id="{5208AA1E-1DD7-63B7-4EA9-9C3BE48A0101}"/>
              </a:ext>
            </a:extLst>
          </p:cNvPr>
          <p:cNvSpPr txBox="1"/>
          <p:nvPr/>
        </p:nvSpPr>
        <p:spPr>
          <a:xfrm>
            <a:off x="3008726" y="2934687"/>
            <a:ext cx="9223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parameter</a:t>
            </a:r>
          </a:p>
        </p:txBody>
      </p:sp>
      <p:sp>
        <p:nvSpPr>
          <p:cNvPr id="93" name="CasellaDiTesto 16">
            <a:extLst>
              <a:ext uri="{FF2B5EF4-FFF2-40B4-BE49-F238E27FC236}">
                <a16:creationId xmlns:a16="http://schemas.microsoft.com/office/drawing/2014/main" id="{B9976AA7-B89B-15C0-DC30-F523094DDCD8}"/>
              </a:ext>
            </a:extLst>
          </p:cNvPr>
          <p:cNvSpPr txBox="1"/>
          <p:nvPr/>
        </p:nvSpPr>
        <p:spPr>
          <a:xfrm>
            <a:off x="7062102" y="2631312"/>
            <a:ext cx="208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SpmCurrNodeWkUpBitEnum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EcucIntegerParamDef</a:t>
            </a:r>
            <a:endParaRPr lang="en-US" sz="1000" u="sng" dirty="0"/>
          </a:p>
        </p:txBody>
      </p:sp>
      <p:sp>
        <p:nvSpPr>
          <p:cNvPr id="98" name="Segnaposto numero diapositiva 1">
            <a:extLst>
              <a:ext uri="{FF2B5EF4-FFF2-40B4-BE49-F238E27FC236}">
                <a16:creationId xmlns:a16="http://schemas.microsoft.com/office/drawing/2014/main" id="{4488B205-638F-3ADE-24F5-D844BA182C53}"/>
              </a:ext>
            </a:extLst>
          </p:cNvPr>
          <p:cNvSpPr txBox="1">
            <a:spLocks/>
          </p:cNvSpPr>
          <p:nvPr/>
        </p:nvSpPr>
        <p:spPr>
          <a:xfrm>
            <a:off x="8282437" y="5502574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3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99" name="Rettangolo 98">
            <a:extLst>
              <a:ext uri="{FF2B5EF4-FFF2-40B4-BE49-F238E27FC236}">
                <a16:creationId xmlns:a16="http://schemas.microsoft.com/office/drawing/2014/main" id="{91E8BA33-5CB1-A032-0BAC-D2802152EB93}"/>
              </a:ext>
            </a:extLst>
          </p:cNvPr>
          <p:cNvSpPr/>
          <p:nvPr/>
        </p:nvSpPr>
        <p:spPr>
          <a:xfrm>
            <a:off x="7137597" y="5396746"/>
            <a:ext cx="2083860" cy="681733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00" name="Connettore diritto 99">
            <a:extLst>
              <a:ext uri="{FF2B5EF4-FFF2-40B4-BE49-F238E27FC236}">
                <a16:creationId xmlns:a16="http://schemas.microsoft.com/office/drawing/2014/main" id="{C8BFA2A5-EDC8-EF2A-9116-D7D75E6C1DA7}"/>
              </a:ext>
            </a:extLst>
          </p:cNvPr>
          <p:cNvCxnSpPr>
            <a:cxnSpLocks/>
          </p:cNvCxnSpPr>
          <p:nvPr/>
        </p:nvCxnSpPr>
        <p:spPr>
          <a:xfrm>
            <a:off x="7137597" y="5713979"/>
            <a:ext cx="2083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CasellaDiTesto 16">
            <a:extLst>
              <a:ext uri="{FF2B5EF4-FFF2-40B4-BE49-F238E27FC236}">
                <a16:creationId xmlns:a16="http://schemas.microsoft.com/office/drawing/2014/main" id="{50D05719-4EA6-9A6C-4DC0-DFD565DB448B}"/>
              </a:ext>
            </a:extLst>
          </p:cNvPr>
          <p:cNvSpPr txBox="1"/>
          <p:nvPr/>
        </p:nvSpPr>
        <p:spPr>
          <a:xfrm>
            <a:off x="7137596" y="5345168"/>
            <a:ext cx="208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SpmWkUpFrameEthPort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EcucIntegerParamDef</a:t>
            </a:r>
            <a:endParaRPr lang="en-US" sz="1000" u="sng" dirty="0"/>
          </a:p>
        </p:txBody>
      </p:sp>
      <p:sp>
        <p:nvSpPr>
          <p:cNvPr id="102" name="CasellaDiTesto 18">
            <a:extLst>
              <a:ext uri="{FF2B5EF4-FFF2-40B4-BE49-F238E27FC236}">
                <a16:creationId xmlns:a16="http://schemas.microsoft.com/office/drawing/2014/main" id="{430D3A40-5319-B0F7-A661-686D0A4AD06A}"/>
              </a:ext>
            </a:extLst>
          </p:cNvPr>
          <p:cNvSpPr txBox="1"/>
          <p:nvPr/>
        </p:nvSpPr>
        <p:spPr>
          <a:xfrm>
            <a:off x="7251841" y="5696030"/>
            <a:ext cx="181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103" name="Rombo 102">
            <a:extLst>
              <a:ext uri="{FF2B5EF4-FFF2-40B4-BE49-F238E27FC236}">
                <a16:creationId xmlns:a16="http://schemas.microsoft.com/office/drawing/2014/main" id="{9B1BF4DD-1B6D-E753-82D9-E2093EB99ABA}"/>
              </a:ext>
            </a:extLst>
          </p:cNvPr>
          <p:cNvSpPr/>
          <p:nvPr/>
        </p:nvSpPr>
        <p:spPr>
          <a:xfrm>
            <a:off x="2649560" y="5848235"/>
            <a:ext cx="280753" cy="70118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04" name="Connettore diritto 103">
            <a:extLst>
              <a:ext uri="{FF2B5EF4-FFF2-40B4-BE49-F238E27FC236}">
                <a16:creationId xmlns:a16="http://schemas.microsoft.com/office/drawing/2014/main" id="{DAB50EE8-17B6-E5A5-A114-FF012046E2B8}"/>
              </a:ext>
            </a:extLst>
          </p:cNvPr>
          <p:cNvCxnSpPr>
            <a:cxnSpLocks/>
          </p:cNvCxnSpPr>
          <p:nvPr/>
        </p:nvCxnSpPr>
        <p:spPr>
          <a:xfrm flipV="1">
            <a:off x="2939954" y="5862909"/>
            <a:ext cx="4197641" cy="155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CasellaDiTesto 37">
            <a:extLst>
              <a:ext uri="{FF2B5EF4-FFF2-40B4-BE49-F238E27FC236}">
                <a16:creationId xmlns:a16="http://schemas.microsoft.com/office/drawing/2014/main" id="{C23F1AFA-820B-DC30-1FC7-1327462AD2DB}"/>
              </a:ext>
            </a:extLst>
          </p:cNvPr>
          <p:cNvSpPr txBox="1"/>
          <p:nvPr/>
        </p:nvSpPr>
        <p:spPr>
          <a:xfrm>
            <a:off x="3002163" y="5598563"/>
            <a:ext cx="9223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reference</a:t>
            </a:r>
          </a:p>
        </p:txBody>
      </p:sp>
    </p:spTree>
    <p:extLst>
      <p:ext uri="{BB962C8B-B14F-4D97-AF65-F5344CB8AC3E}">
        <p14:creationId xmlns:p14="http://schemas.microsoft.com/office/powerpoint/2010/main" val="256731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9D6948-2AFF-B96E-632A-251722ABC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7959"/>
          </a:xfrm>
        </p:spPr>
        <p:txBody>
          <a:bodyPr>
            <a:normAutofit/>
          </a:bodyPr>
          <a:lstStyle/>
          <a:p>
            <a:r>
              <a:rPr lang="en-US" sz="1800" dirty="0"/>
              <a:t>SPM General References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4527199-2C1C-4026-4D3A-49A9EDD2E529}"/>
              </a:ext>
            </a:extLst>
          </p:cNvPr>
          <p:cNvSpPr/>
          <p:nvPr/>
        </p:nvSpPr>
        <p:spPr>
          <a:xfrm>
            <a:off x="585610" y="1205345"/>
            <a:ext cx="1877124" cy="4954385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BE2764EE-81FF-F1B2-383E-63F961E0475F}"/>
              </a:ext>
            </a:extLst>
          </p:cNvPr>
          <p:cNvCxnSpPr>
            <a:cxnSpLocks/>
          </p:cNvCxnSpPr>
          <p:nvPr/>
        </p:nvCxnSpPr>
        <p:spPr>
          <a:xfrm>
            <a:off x="585610" y="1735006"/>
            <a:ext cx="1877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asellaDiTesto 7">
            <a:extLst>
              <a:ext uri="{FF2B5EF4-FFF2-40B4-BE49-F238E27FC236}">
                <a16:creationId xmlns:a16="http://schemas.microsoft.com/office/drawing/2014/main" id="{87AD88A8-70A5-A2CE-7E6B-FDE737537E0B}"/>
              </a:ext>
            </a:extLst>
          </p:cNvPr>
          <p:cNvSpPr txBox="1"/>
          <p:nvPr/>
        </p:nvSpPr>
        <p:spPr>
          <a:xfrm>
            <a:off x="570583" y="1224297"/>
            <a:ext cx="187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u="sng" dirty="0" err="1"/>
              <a:t>SpmGeneral</a:t>
            </a:r>
            <a:r>
              <a:rPr lang="en-US" sz="900" u="sng" dirty="0"/>
              <a:t>:</a:t>
            </a:r>
          </a:p>
          <a:p>
            <a:pPr algn="ctr"/>
            <a:r>
              <a:rPr lang="en-US" sz="900" u="sng" dirty="0" err="1"/>
              <a:t>EcucParamConfContainerDef</a:t>
            </a:r>
            <a:endParaRPr lang="en-US" sz="900" u="sng" dirty="0"/>
          </a:p>
        </p:txBody>
      </p:sp>
      <p:sp>
        <p:nvSpPr>
          <p:cNvPr id="7" name="CasellaDiTesto 8">
            <a:extLst>
              <a:ext uri="{FF2B5EF4-FFF2-40B4-BE49-F238E27FC236}">
                <a16:creationId xmlns:a16="http://schemas.microsoft.com/office/drawing/2014/main" id="{57106CBB-07F3-E466-4DA8-4ECE73ECCF00}"/>
              </a:ext>
            </a:extLst>
          </p:cNvPr>
          <p:cNvSpPr txBox="1"/>
          <p:nvPr/>
        </p:nvSpPr>
        <p:spPr>
          <a:xfrm>
            <a:off x="716347" y="3760453"/>
            <a:ext cx="1630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16" name="Segnaposto numero diapositiva 1">
            <a:extLst>
              <a:ext uri="{FF2B5EF4-FFF2-40B4-BE49-F238E27FC236}">
                <a16:creationId xmlns:a16="http://schemas.microsoft.com/office/drawing/2014/main" id="{D77E6F9A-C6E9-678C-EE2D-278638B9C07D}"/>
              </a:ext>
            </a:extLst>
          </p:cNvPr>
          <p:cNvSpPr txBox="1">
            <a:spLocks/>
          </p:cNvSpPr>
          <p:nvPr/>
        </p:nvSpPr>
        <p:spPr>
          <a:xfrm>
            <a:off x="4930623" y="4139726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4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3B1B6A4-CAFE-EBF8-0044-C76124C17F08}"/>
              </a:ext>
            </a:extLst>
          </p:cNvPr>
          <p:cNvSpPr/>
          <p:nvPr/>
        </p:nvSpPr>
        <p:spPr>
          <a:xfrm>
            <a:off x="3785783" y="4033898"/>
            <a:ext cx="2083860" cy="681733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7B6BC648-EBC7-1B43-09D7-21C0E559C3E6}"/>
              </a:ext>
            </a:extLst>
          </p:cNvPr>
          <p:cNvCxnSpPr>
            <a:cxnSpLocks/>
          </p:cNvCxnSpPr>
          <p:nvPr/>
        </p:nvCxnSpPr>
        <p:spPr>
          <a:xfrm>
            <a:off x="3785783" y="4401010"/>
            <a:ext cx="2083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CasellaDiTesto 16">
            <a:extLst>
              <a:ext uri="{FF2B5EF4-FFF2-40B4-BE49-F238E27FC236}">
                <a16:creationId xmlns:a16="http://schemas.microsoft.com/office/drawing/2014/main" id="{178A2EF7-F200-2778-E73E-7412B49D5BB3}"/>
              </a:ext>
            </a:extLst>
          </p:cNvPr>
          <p:cNvSpPr txBox="1"/>
          <p:nvPr/>
        </p:nvSpPr>
        <p:spPr>
          <a:xfrm>
            <a:off x="3785782" y="4015572"/>
            <a:ext cx="208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SpmHeartBeatMulticastNetAddrRef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EcucReferenceDef</a:t>
            </a:r>
            <a:endParaRPr lang="en-US" sz="1000" u="sng" dirty="0"/>
          </a:p>
        </p:txBody>
      </p:sp>
      <p:sp>
        <p:nvSpPr>
          <p:cNvPr id="20" name="CasellaDiTesto 18">
            <a:extLst>
              <a:ext uri="{FF2B5EF4-FFF2-40B4-BE49-F238E27FC236}">
                <a16:creationId xmlns:a16="http://schemas.microsoft.com/office/drawing/2014/main" id="{6609BAC7-CC2A-1B9E-4EE5-4655C433F5E3}"/>
              </a:ext>
            </a:extLst>
          </p:cNvPr>
          <p:cNvSpPr txBox="1"/>
          <p:nvPr/>
        </p:nvSpPr>
        <p:spPr>
          <a:xfrm>
            <a:off x="3900027" y="4366433"/>
            <a:ext cx="181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21" name="Rombo 20">
            <a:extLst>
              <a:ext uri="{FF2B5EF4-FFF2-40B4-BE49-F238E27FC236}">
                <a16:creationId xmlns:a16="http://schemas.microsoft.com/office/drawing/2014/main" id="{83792A75-6D63-CEF9-E96E-CA1BAA7DE73B}"/>
              </a:ext>
            </a:extLst>
          </p:cNvPr>
          <p:cNvSpPr/>
          <p:nvPr/>
        </p:nvSpPr>
        <p:spPr>
          <a:xfrm>
            <a:off x="2462733" y="4246459"/>
            <a:ext cx="280753" cy="70118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46239A25-6497-2B09-AE9A-A90927EC0C80}"/>
              </a:ext>
            </a:extLst>
          </p:cNvPr>
          <p:cNvCxnSpPr>
            <a:cxnSpLocks/>
          </p:cNvCxnSpPr>
          <p:nvPr/>
        </p:nvCxnSpPr>
        <p:spPr>
          <a:xfrm>
            <a:off x="2753127" y="4268400"/>
            <a:ext cx="10326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Segnaposto numero diapositiva 1">
            <a:extLst>
              <a:ext uri="{FF2B5EF4-FFF2-40B4-BE49-F238E27FC236}">
                <a16:creationId xmlns:a16="http://schemas.microsoft.com/office/drawing/2014/main" id="{6E5C37C8-C552-F414-59D3-1BCF5DBCECE6}"/>
              </a:ext>
            </a:extLst>
          </p:cNvPr>
          <p:cNvSpPr txBox="1">
            <a:spLocks/>
          </p:cNvSpPr>
          <p:nvPr/>
        </p:nvSpPr>
        <p:spPr>
          <a:xfrm>
            <a:off x="4907687" y="5714850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4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FCEC2F0F-13C3-B76D-0999-5087CD6D18D2}"/>
              </a:ext>
            </a:extLst>
          </p:cNvPr>
          <p:cNvSpPr/>
          <p:nvPr/>
        </p:nvSpPr>
        <p:spPr>
          <a:xfrm>
            <a:off x="3762847" y="5609022"/>
            <a:ext cx="2083860" cy="681732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10CFF45D-F495-561C-7368-B28B7EB3D102}"/>
              </a:ext>
            </a:extLst>
          </p:cNvPr>
          <p:cNvCxnSpPr>
            <a:cxnSpLocks/>
          </p:cNvCxnSpPr>
          <p:nvPr/>
        </p:nvCxnSpPr>
        <p:spPr>
          <a:xfrm>
            <a:off x="3762847" y="5976129"/>
            <a:ext cx="2083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CasellaDiTesto 16">
            <a:extLst>
              <a:ext uri="{FF2B5EF4-FFF2-40B4-BE49-F238E27FC236}">
                <a16:creationId xmlns:a16="http://schemas.microsoft.com/office/drawing/2014/main" id="{57C5942C-5704-E0C7-EC10-CE5AC9F82531}"/>
              </a:ext>
            </a:extLst>
          </p:cNvPr>
          <p:cNvSpPr txBox="1"/>
          <p:nvPr/>
        </p:nvSpPr>
        <p:spPr>
          <a:xfrm>
            <a:off x="3762846" y="5567931"/>
            <a:ext cx="208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SpmTcpIpLocalAddressRef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EcucReferenceDef</a:t>
            </a:r>
            <a:endParaRPr lang="en-US" sz="1000" u="sng" dirty="0"/>
          </a:p>
        </p:txBody>
      </p:sp>
      <p:sp>
        <p:nvSpPr>
          <p:cNvPr id="27" name="CasellaDiTesto 18">
            <a:extLst>
              <a:ext uri="{FF2B5EF4-FFF2-40B4-BE49-F238E27FC236}">
                <a16:creationId xmlns:a16="http://schemas.microsoft.com/office/drawing/2014/main" id="{500A034E-CC50-1843-1B1E-3947471F0DF3}"/>
              </a:ext>
            </a:extLst>
          </p:cNvPr>
          <p:cNvSpPr txBox="1"/>
          <p:nvPr/>
        </p:nvSpPr>
        <p:spPr>
          <a:xfrm>
            <a:off x="3899640" y="5931775"/>
            <a:ext cx="181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28" name="Rombo 27">
            <a:extLst>
              <a:ext uri="{FF2B5EF4-FFF2-40B4-BE49-F238E27FC236}">
                <a16:creationId xmlns:a16="http://schemas.microsoft.com/office/drawing/2014/main" id="{BF458042-5765-212B-9249-4982EDBF551A}"/>
              </a:ext>
            </a:extLst>
          </p:cNvPr>
          <p:cNvSpPr/>
          <p:nvPr/>
        </p:nvSpPr>
        <p:spPr>
          <a:xfrm>
            <a:off x="2470679" y="6064769"/>
            <a:ext cx="280753" cy="70118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34585ABC-98EB-F2AB-87E2-37BA90B87F82}"/>
              </a:ext>
            </a:extLst>
          </p:cNvPr>
          <p:cNvCxnSpPr>
            <a:cxnSpLocks/>
          </p:cNvCxnSpPr>
          <p:nvPr/>
        </p:nvCxnSpPr>
        <p:spPr>
          <a:xfrm>
            <a:off x="2761073" y="6095021"/>
            <a:ext cx="10078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CasellaDiTesto 37">
            <a:extLst>
              <a:ext uri="{FF2B5EF4-FFF2-40B4-BE49-F238E27FC236}">
                <a16:creationId xmlns:a16="http://schemas.microsoft.com/office/drawing/2014/main" id="{145CA1DE-FAD6-9845-6D35-497D92B84D3A}"/>
              </a:ext>
            </a:extLst>
          </p:cNvPr>
          <p:cNvSpPr txBox="1"/>
          <p:nvPr/>
        </p:nvSpPr>
        <p:spPr>
          <a:xfrm>
            <a:off x="2840512" y="5872882"/>
            <a:ext cx="9223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reference</a:t>
            </a:r>
          </a:p>
        </p:txBody>
      </p:sp>
      <p:sp>
        <p:nvSpPr>
          <p:cNvPr id="31" name="CasellaDiTesto 37">
            <a:extLst>
              <a:ext uri="{FF2B5EF4-FFF2-40B4-BE49-F238E27FC236}">
                <a16:creationId xmlns:a16="http://schemas.microsoft.com/office/drawing/2014/main" id="{757808A5-3B06-8620-17D6-578D80DC7E5B}"/>
              </a:ext>
            </a:extLst>
          </p:cNvPr>
          <p:cNvSpPr txBox="1"/>
          <p:nvPr/>
        </p:nvSpPr>
        <p:spPr>
          <a:xfrm>
            <a:off x="2815336" y="3996787"/>
            <a:ext cx="9223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reference</a:t>
            </a:r>
          </a:p>
        </p:txBody>
      </p:sp>
      <p:sp>
        <p:nvSpPr>
          <p:cNvPr id="32" name="Segnaposto numero diapositiva 1">
            <a:extLst>
              <a:ext uri="{FF2B5EF4-FFF2-40B4-BE49-F238E27FC236}">
                <a16:creationId xmlns:a16="http://schemas.microsoft.com/office/drawing/2014/main" id="{ACF420BD-1A3C-EE92-3184-D726C34EF17C}"/>
              </a:ext>
            </a:extLst>
          </p:cNvPr>
          <p:cNvSpPr txBox="1">
            <a:spLocks/>
          </p:cNvSpPr>
          <p:nvPr/>
        </p:nvSpPr>
        <p:spPr>
          <a:xfrm>
            <a:off x="10897193" y="4187220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4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2A076D10-2468-9A8B-B423-20B48E9F79B1}"/>
              </a:ext>
            </a:extLst>
          </p:cNvPr>
          <p:cNvSpPr/>
          <p:nvPr/>
        </p:nvSpPr>
        <p:spPr>
          <a:xfrm>
            <a:off x="9752353" y="4081392"/>
            <a:ext cx="2083860" cy="681733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074CD004-DFC7-D37D-865E-33FAFDA5918D}"/>
              </a:ext>
            </a:extLst>
          </p:cNvPr>
          <p:cNvCxnSpPr>
            <a:cxnSpLocks/>
          </p:cNvCxnSpPr>
          <p:nvPr/>
        </p:nvCxnSpPr>
        <p:spPr>
          <a:xfrm>
            <a:off x="9752353" y="4423562"/>
            <a:ext cx="2083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CasellaDiTesto 16">
            <a:extLst>
              <a:ext uri="{FF2B5EF4-FFF2-40B4-BE49-F238E27FC236}">
                <a16:creationId xmlns:a16="http://schemas.microsoft.com/office/drawing/2014/main" id="{00C91467-D83F-7665-67A2-DF4A23216424}"/>
              </a:ext>
            </a:extLst>
          </p:cNvPr>
          <p:cNvSpPr txBox="1"/>
          <p:nvPr/>
        </p:nvSpPr>
        <p:spPr>
          <a:xfrm>
            <a:off x="9752352" y="4029814"/>
            <a:ext cx="208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TcpIpLocalAddr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EcucReferenceDef</a:t>
            </a:r>
            <a:endParaRPr lang="en-US" sz="1000" u="sng" dirty="0"/>
          </a:p>
        </p:txBody>
      </p:sp>
      <p:sp>
        <p:nvSpPr>
          <p:cNvPr id="36" name="CasellaDiTesto 18">
            <a:extLst>
              <a:ext uri="{FF2B5EF4-FFF2-40B4-BE49-F238E27FC236}">
                <a16:creationId xmlns:a16="http://schemas.microsoft.com/office/drawing/2014/main" id="{C5102D60-6C39-CD0F-D97C-CA71FE1B0737}"/>
              </a:ext>
            </a:extLst>
          </p:cNvPr>
          <p:cNvSpPr txBox="1"/>
          <p:nvPr/>
        </p:nvSpPr>
        <p:spPr>
          <a:xfrm>
            <a:off x="9866597" y="4380677"/>
            <a:ext cx="181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cxnSp>
        <p:nvCxnSpPr>
          <p:cNvPr id="37" name="Connettore a gomito 36">
            <a:extLst>
              <a:ext uri="{FF2B5EF4-FFF2-40B4-BE49-F238E27FC236}">
                <a16:creationId xmlns:a16="http://schemas.microsoft.com/office/drawing/2014/main" id="{A4779798-58FB-1447-024D-BDF98C3A4815}"/>
              </a:ext>
            </a:extLst>
          </p:cNvPr>
          <p:cNvCxnSpPr>
            <a:cxnSpLocks/>
            <a:stCxn id="24" idx="3"/>
            <a:endCxn id="33" idx="2"/>
          </p:cNvCxnSpPr>
          <p:nvPr/>
        </p:nvCxnSpPr>
        <p:spPr>
          <a:xfrm flipV="1">
            <a:off x="5846707" y="4763125"/>
            <a:ext cx="4947576" cy="11867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1AC12A4-AB33-A321-018B-C93EA2139D7B}"/>
              </a:ext>
            </a:extLst>
          </p:cNvPr>
          <p:cNvSpPr txBox="1"/>
          <p:nvPr/>
        </p:nvSpPr>
        <p:spPr>
          <a:xfrm>
            <a:off x="5869642" y="5700943"/>
            <a:ext cx="7944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+ destination</a:t>
            </a:r>
          </a:p>
        </p:txBody>
      </p:sp>
      <p:cxnSp>
        <p:nvCxnSpPr>
          <p:cNvPr id="39" name="Connettore a gomito 38">
            <a:extLst>
              <a:ext uri="{FF2B5EF4-FFF2-40B4-BE49-F238E27FC236}">
                <a16:creationId xmlns:a16="http://schemas.microsoft.com/office/drawing/2014/main" id="{17E42E35-5FB7-BAAB-1F30-9FB9CCF9ACB7}"/>
              </a:ext>
            </a:extLst>
          </p:cNvPr>
          <p:cNvCxnSpPr>
            <a:stCxn id="17" idx="3"/>
            <a:endCxn id="33" idx="1"/>
          </p:cNvCxnSpPr>
          <p:nvPr/>
        </p:nvCxnSpPr>
        <p:spPr>
          <a:xfrm>
            <a:off x="5869643" y="4374765"/>
            <a:ext cx="3882710" cy="474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03C28A15-028D-E639-ACE0-9A849C6CCF8E}"/>
              </a:ext>
            </a:extLst>
          </p:cNvPr>
          <p:cNvSpPr txBox="1"/>
          <p:nvPr/>
        </p:nvSpPr>
        <p:spPr>
          <a:xfrm>
            <a:off x="5846706" y="4134094"/>
            <a:ext cx="7944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+ destination</a:t>
            </a:r>
          </a:p>
        </p:txBody>
      </p:sp>
      <p:sp>
        <p:nvSpPr>
          <p:cNvPr id="49" name="Segnaposto numero diapositiva 1">
            <a:extLst>
              <a:ext uri="{FF2B5EF4-FFF2-40B4-BE49-F238E27FC236}">
                <a16:creationId xmlns:a16="http://schemas.microsoft.com/office/drawing/2014/main" id="{C5623FB4-E649-7D07-4AAE-A7427DA8A117}"/>
              </a:ext>
            </a:extLst>
          </p:cNvPr>
          <p:cNvSpPr txBox="1">
            <a:spLocks/>
          </p:cNvSpPr>
          <p:nvPr/>
        </p:nvSpPr>
        <p:spPr>
          <a:xfrm>
            <a:off x="4930623" y="1706041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4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92545449-CB31-B91B-FA15-63BEF3CFCDFB}"/>
              </a:ext>
            </a:extLst>
          </p:cNvPr>
          <p:cNvSpPr/>
          <p:nvPr/>
        </p:nvSpPr>
        <p:spPr>
          <a:xfrm>
            <a:off x="3785783" y="1600213"/>
            <a:ext cx="2083860" cy="681733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1" name="Connettore diritto 50">
            <a:extLst>
              <a:ext uri="{FF2B5EF4-FFF2-40B4-BE49-F238E27FC236}">
                <a16:creationId xmlns:a16="http://schemas.microsoft.com/office/drawing/2014/main" id="{00A9239E-063F-5DB5-68DF-7106FAC7CD98}"/>
              </a:ext>
            </a:extLst>
          </p:cNvPr>
          <p:cNvCxnSpPr>
            <a:cxnSpLocks/>
          </p:cNvCxnSpPr>
          <p:nvPr/>
        </p:nvCxnSpPr>
        <p:spPr>
          <a:xfrm>
            <a:off x="3785783" y="1967325"/>
            <a:ext cx="2083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CasellaDiTesto 16">
            <a:extLst>
              <a:ext uri="{FF2B5EF4-FFF2-40B4-BE49-F238E27FC236}">
                <a16:creationId xmlns:a16="http://schemas.microsoft.com/office/drawing/2014/main" id="{C44E1B43-927B-6F0E-F3CD-6F3ABCFA4FC6}"/>
              </a:ext>
            </a:extLst>
          </p:cNvPr>
          <p:cNvSpPr txBox="1"/>
          <p:nvPr/>
        </p:nvSpPr>
        <p:spPr>
          <a:xfrm>
            <a:off x="3785782" y="1581887"/>
            <a:ext cx="208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SpmTxWuFPduRef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EcucReferenceDef</a:t>
            </a:r>
            <a:endParaRPr lang="en-US" sz="1000" u="sng" dirty="0"/>
          </a:p>
        </p:txBody>
      </p:sp>
      <p:sp>
        <p:nvSpPr>
          <p:cNvPr id="53" name="CasellaDiTesto 18">
            <a:extLst>
              <a:ext uri="{FF2B5EF4-FFF2-40B4-BE49-F238E27FC236}">
                <a16:creationId xmlns:a16="http://schemas.microsoft.com/office/drawing/2014/main" id="{A38AE8CE-FF1E-A2EB-0FBA-4F649E092EB2}"/>
              </a:ext>
            </a:extLst>
          </p:cNvPr>
          <p:cNvSpPr txBox="1"/>
          <p:nvPr/>
        </p:nvSpPr>
        <p:spPr>
          <a:xfrm>
            <a:off x="3900027" y="1932748"/>
            <a:ext cx="181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54" name="Segnaposto numero diapositiva 1">
            <a:extLst>
              <a:ext uri="{FF2B5EF4-FFF2-40B4-BE49-F238E27FC236}">
                <a16:creationId xmlns:a16="http://schemas.microsoft.com/office/drawing/2014/main" id="{C62C7367-3ACE-564B-8960-993EBCBF7845}"/>
              </a:ext>
            </a:extLst>
          </p:cNvPr>
          <p:cNvSpPr txBox="1">
            <a:spLocks/>
          </p:cNvSpPr>
          <p:nvPr/>
        </p:nvSpPr>
        <p:spPr>
          <a:xfrm>
            <a:off x="4932079" y="2887316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4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72EA299C-59BF-80AA-27D2-C573609B058E}"/>
              </a:ext>
            </a:extLst>
          </p:cNvPr>
          <p:cNvSpPr/>
          <p:nvPr/>
        </p:nvSpPr>
        <p:spPr>
          <a:xfrm>
            <a:off x="3787239" y="2781488"/>
            <a:ext cx="2083860" cy="681733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6" name="Connettore diritto 55">
            <a:extLst>
              <a:ext uri="{FF2B5EF4-FFF2-40B4-BE49-F238E27FC236}">
                <a16:creationId xmlns:a16="http://schemas.microsoft.com/office/drawing/2014/main" id="{AD6F1680-9FE9-A38C-ACEA-C000707A3D07}"/>
              </a:ext>
            </a:extLst>
          </p:cNvPr>
          <p:cNvCxnSpPr>
            <a:cxnSpLocks/>
          </p:cNvCxnSpPr>
          <p:nvPr/>
        </p:nvCxnSpPr>
        <p:spPr>
          <a:xfrm>
            <a:off x="3787239" y="3148600"/>
            <a:ext cx="2083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CasellaDiTesto 16">
            <a:extLst>
              <a:ext uri="{FF2B5EF4-FFF2-40B4-BE49-F238E27FC236}">
                <a16:creationId xmlns:a16="http://schemas.microsoft.com/office/drawing/2014/main" id="{A269E182-03DB-3443-1668-8434642B5533}"/>
              </a:ext>
            </a:extLst>
          </p:cNvPr>
          <p:cNvSpPr txBox="1"/>
          <p:nvPr/>
        </p:nvSpPr>
        <p:spPr>
          <a:xfrm>
            <a:off x="3787238" y="2763162"/>
            <a:ext cx="208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SpmRxWuFPduRef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EcucReferenceDef</a:t>
            </a:r>
            <a:endParaRPr lang="en-US" sz="1000" u="sng" dirty="0"/>
          </a:p>
        </p:txBody>
      </p:sp>
      <p:sp>
        <p:nvSpPr>
          <p:cNvPr id="58" name="CasellaDiTesto 18">
            <a:extLst>
              <a:ext uri="{FF2B5EF4-FFF2-40B4-BE49-F238E27FC236}">
                <a16:creationId xmlns:a16="http://schemas.microsoft.com/office/drawing/2014/main" id="{709079FC-7D92-8725-376F-205395779016}"/>
              </a:ext>
            </a:extLst>
          </p:cNvPr>
          <p:cNvSpPr txBox="1"/>
          <p:nvPr/>
        </p:nvSpPr>
        <p:spPr>
          <a:xfrm>
            <a:off x="3901483" y="3114023"/>
            <a:ext cx="181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*</a:t>
            </a:r>
          </a:p>
        </p:txBody>
      </p:sp>
      <p:sp>
        <p:nvSpPr>
          <p:cNvPr id="59" name="Rombo 58">
            <a:extLst>
              <a:ext uri="{FF2B5EF4-FFF2-40B4-BE49-F238E27FC236}">
                <a16:creationId xmlns:a16="http://schemas.microsoft.com/office/drawing/2014/main" id="{128DCD7B-2A5E-F661-EBEB-D6CA9B231DCE}"/>
              </a:ext>
            </a:extLst>
          </p:cNvPr>
          <p:cNvSpPr/>
          <p:nvPr/>
        </p:nvSpPr>
        <p:spPr>
          <a:xfrm>
            <a:off x="2462733" y="3282149"/>
            <a:ext cx="280753" cy="70118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0" name="Connettore diritto 59">
            <a:extLst>
              <a:ext uri="{FF2B5EF4-FFF2-40B4-BE49-F238E27FC236}">
                <a16:creationId xmlns:a16="http://schemas.microsoft.com/office/drawing/2014/main" id="{AD0294AB-0293-74E5-731B-04A47C972F2E}"/>
              </a:ext>
            </a:extLst>
          </p:cNvPr>
          <p:cNvCxnSpPr>
            <a:cxnSpLocks/>
          </p:cNvCxnSpPr>
          <p:nvPr/>
        </p:nvCxnSpPr>
        <p:spPr>
          <a:xfrm>
            <a:off x="2753127" y="3312403"/>
            <a:ext cx="10326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CasellaDiTesto 37">
            <a:extLst>
              <a:ext uri="{FF2B5EF4-FFF2-40B4-BE49-F238E27FC236}">
                <a16:creationId xmlns:a16="http://schemas.microsoft.com/office/drawing/2014/main" id="{E3C7927F-7435-1B80-95FB-DE48344373A5}"/>
              </a:ext>
            </a:extLst>
          </p:cNvPr>
          <p:cNvSpPr txBox="1"/>
          <p:nvPr/>
        </p:nvSpPr>
        <p:spPr>
          <a:xfrm>
            <a:off x="2815336" y="3119912"/>
            <a:ext cx="9223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reference</a:t>
            </a:r>
          </a:p>
        </p:txBody>
      </p:sp>
      <p:sp>
        <p:nvSpPr>
          <p:cNvPr id="65" name="CasellaDiTesto 37">
            <a:extLst>
              <a:ext uri="{FF2B5EF4-FFF2-40B4-BE49-F238E27FC236}">
                <a16:creationId xmlns:a16="http://schemas.microsoft.com/office/drawing/2014/main" id="{84F91034-5B61-FAA6-DFA3-E41E96AF9608}"/>
              </a:ext>
            </a:extLst>
          </p:cNvPr>
          <p:cNvSpPr txBox="1"/>
          <p:nvPr/>
        </p:nvSpPr>
        <p:spPr>
          <a:xfrm>
            <a:off x="2840512" y="1777467"/>
            <a:ext cx="9223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+ reference</a:t>
            </a:r>
          </a:p>
        </p:txBody>
      </p:sp>
      <p:cxnSp>
        <p:nvCxnSpPr>
          <p:cNvPr id="66" name="Connettore diritto 65">
            <a:extLst>
              <a:ext uri="{FF2B5EF4-FFF2-40B4-BE49-F238E27FC236}">
                <a16:creationId xmlns:a16="http://schemas.microsoft.com/office/drawing/2014/main" id="{047E91DA-4A6B-519F-1BEC-00686082D9D9}"/>
              </a:ext>
            </a:extLst>
          </p:cNvPr>
          <p:cNvCxnSpPr>
            <a:cxnSpLocks/>
          </p:cNvCxnSpPr>
          <p:nvPr/>
        </p:nvCxnSpPr>
        <p:spPr>
          <a:xfrm>
            <a:off x="2743486" y="2117414"/>
            <a:ext cx="10326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Rombo 66">
            <a:extLst>
              <a:ext uri="{FF2B5EF4-FFF2-40B4-BE49-F238E27FC236}">
                <a16:creationId xmlns:a16="http://schemas.microsoft.com/office/drawing/2014/main" id="{E93D77EC-4535-77CE-C2DE-6FA7ED0F030B}"/>
              </a:ext>
            </a:extLst>
          </p:cNvPr>
          <p:cNvSpPr/>
          <p:nvPr/>
        </p:nvSpPr>
        <p:spPr>
          <a:xfrm>
            <a:off x="2476313" y="2082355"/>
            <a:ext cx="280753" cy="70118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8" name="Segnaposto numero diapositiva 1">
            <a:extLst>
              <a:ext uri="{FF2B5EF4-FFF2-40B4-BE49-F238E27FC236}">
                <a16:creationId xmlns:a16="http://schemas.microsoft.com/office/drawing/2014/main" id="{60C33B51-F4D8-3400-8684-04B22DE27F4F}"/>
              </a:ext>
            </a:extLst>
          </p:cNvPr>
          <p:cNvSpPr txBox="1">
            <a:spLocks/>
          </p:cNvSpPr>
          <p:nvPr/>
        </p:nvSpPr>
        <p:spPr>
          <a:xfrm>
            <a:off x="9454398" y="1692196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4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69" name="Rettangolo 68">
            <a:extLst>
              <a:ext uri="{FF2B5EF4-FFF2-40B4-BE49-F238E27FC236}">
                <a16:creationId xmlns:a16="http://schemas.microsoft.com/office/drawing/2014/main" id="{B3659EB8-E323-A961-2F22-5B8F53EE27E9}"/>
              </a:ext>
            </a:extLst>
          </p:cNvPr>
          <p:cNvSpPr/>
          <p:nvPr/>
        </p:nvSpPr>
        <p:spPr>
          <a:xfrm>
            <a:off x="8309558" y="1586368"/>
            <a:ext cx="2083860" cy="681733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0" name="Connettore diritto 69">
            <a:extLst>
              <a:ext uri="{FF2B5EF4-FFF2-40B4-BE49-F238E27FC236}">
                <a16:creationId xmlns:a16="http://schemas.microsoft.com/office/drawing/2014/main" id="{54C735D2-C0F2-8D2F-0A2B-CBF94117DAE6}"/>
              </a:ext>
            </a:extLst>
          </p:cNvPr>
          <p:cNvCxnSpPr>
            <a:cxnSpLocks/>
          </p:cNvCxnSpPr>
          <p:nvPr/>
        </p:nvCxnSpPr>
        <p:spPr>
          <a:xfrm>
            <a:off x="8309558" y="1953480"/>
            <a:ext cx="2083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CasellaDiTesto 16">
            <a:extLst>
              <a:ext uri="{FF2B5EF4-FFF2-40B4-BE49-F238E27FC236}">
                <a16:creationId xmlns:a16="http://schemas.microsoft.com/office/drawing/2014/main" id="{8A6B9C9D-4CE6-F7FD-F208-6E66BBBE57CA}"/>
              </a:ext>
            </a:extLst>
          </p:cNvPr>
          <p:cNvSpPr txBox="1"/>
          <p:nvPr/>
        </p:nvSpPr>
        <p:spPr>
          <a:xfrm>
            <a:off x="8309557" y="1568042"/>
            <a:ext cx="208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CanIfTxPduCfg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EcucReferenceDef</a:t>
            </a:r>
            <a:endParaRPr lang="en-US" sz="1000" u="sng" dirty="0"/>
          </a:p>
        </p:txBody>
      </p:sp>
      <p:sp>
        <p:nvSpPr>
          <p:cNvPr id="72" name="CasellaDiTesto 18">
            <a:extLst>
              <a:ext uri="{FF2B5EF4-FFF2-40B4-BE49-F238E27FC236}">
                <a16:creationId xmlns:a16="http://schemas.microsoft.com/office/drawing/2014/main" id="{8105673E-A1CD-1C8F-E874-BB58CFD67060}"/>
              </a:ext>
            </a:extLst>
          </p:cNvPr>
          <p:cNvSpPr txBox="1"/>
          <p:nvPr/>
        </p:nvSpPr>
        <p:spPr>
          <a:xfrm>
            <a:off x="8423802" y="1918903"/>
            <a:ext cx="181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73" name="Segnaposto numero diapositiva 1">
            <a:extLst>
              <a:ext uri="{FF2B5EF4-FFF2-40B4-BE49-F238E27FC236}">
                <a16:creationId xmlns:a16="http://schemas.microsoft.com/office/drawing/2014/main" id="{DF4ABCEE-98A2-1FF8-B603-6A6889BE30CA}"/>
              </a:ext>
            </a:extLst>
          </p:cNvPr>
          <p:cNvSpPr txBox="1">
            <a:spLocks/>
          </p:cNvSpPr>
          <p:nvPr/>
        </p:nvSpPr>
        <p:spPr>
          <a:xfrm>
            <a:off x="9454397" y="2830937"/>
            <a:ext cx="515226" cy="160437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4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74" name="Rettangolo 73">
            <a:extLst>
              <a:ext uri="{FF2B5EF4-FFF2-40B4-BE49-F238E27FC236}">
                <a16:creationId xmlns:a16="http://schemas.microsoft.com/office/drawing/2014/main" id="{75431643-83D8-E731-4036-C1104EB1FE64}"/>
              </a:ext>
            </a:extLst>
          </p:cNvPr>
          <p:cNvSpPr/>
          <p:nvPr/>
        </p:nvSpPr>
        <p:spPr>
          <a:xfrm>
            <a:off x="8309557" y="2725109"/>
            <a:ext cx="2083860" cy="681733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5" name="Connettore diritto 74">
            <a:extLst>
              <a:ext uri="{FF2B5EF4-FFF2-40B4-BE49-F238E27FC236}">
                <a16:creationId xmlns:a16="http://schemas.microsoft.com/office/drawing/2014/main" id="{DC11175C-E10E-A232-BD29-BFBF49DB438B}"/>
              </a:ext>
            </a:extLst>
          </p:cNvPr>
          <p:cNvCxnSpPr>
            <a:cxnSpLocks/>
          </p:cNvCxnSpPr>
          <p:nvPr/>
        </p:nvCxnSpPr>
        <p:spPr>
          <a:xfrm>
            <a:off x="8309557" y="3092221"/>
            <a:ext cx="20838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CasellaDiTesto 16">
            <a:extLst>
              <a:ext uri="{FF2B5EF4-FFF2-40B4-BE49-F238E27FC236}">
                <a16:creationId xmlns:a16="http://schemas.microsoft.com/office/drawing/2014/main" id="{4E7070D1-21EF-F0A0-CCC0-AABB88B6FB15}"/>
              </a:ext>
            </a:extLst>
          </p:cNvPr>
          <p:cNvSpPr txBox="1"/>
          <p:nvPr/>
        </p:nvSpPr>
        <p:spPr>
          <a:xfrm>
            <a:off x="8309556" y="2706783"/>
            <a:ext cx="2083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u="sng" dirty="0" err="1"/>
              <a:t>CanIfRxPduCfg</a:t>
            </a:r>
            <a:r>
              <a:rPr lang="en-US" sz="1000" u="sng" dirty="0"/>
              <a:t>:</a:t>
            </a:r>
          </a:p>
          <a:p>
            <a:pPr algn="ctr"/>
            <a:r>
              <a:rPr lang="en-US" sz="1000" u="sng" dirty="0" err="1"/>
              <a:t>EcucReferenceDef</a:t>
            </a:r>
            <a:endParaRPr lang="en-US" sz="1000" u="sng" dirty="0"/>
          </a:p>
        </p:txBody>
      </p:sp>
      <p:sp>
        <p:nvSpPr>
          <p:cNvPr id="77" name="CasellaDiTesto 18">
            <a:extLst>
              <a:ext uri="{FF2B5EF4-FFF2-40B4-BE49-F238E27FC236}">
                <a16:creationId xmlns:a16="http://schemas.microsoft.com/office/drawing/2014/main" id="{9EBF7A61-4459-C447-71E0-BE919176FB8E}"/>
              </a:ext>
            </a:extLst>
          </p:cNvPr>
          <p:cNvSpPr txBox="1"/>
          <p:nvPr/>
        </p:nvSpPr>
        <p:spPr>
          <a:xfrm>
            <a:off x="8423801" y="3057644"/>
            <a:ext cx="181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 err="1">
                <a:solidFill>
                  <a:srgbClr val="941C36"/>
                </a:solidFill>
              </a:rPr>
              <a:t>lowerMultiplicity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900" dirty="0" err="1">
                <a:solidFill>
                  <a:srgbClr val="941C36"/>
                </a:solidFill>
              </a:rPr>
              <a:t>upperMultiplicity</a:t>
            </a:r>
            <a:r>
              <a:rPr lang="en-US" sz="900" dirty="0">
                <a:solidFill>
                  <a:srgbClr val="941C36"/>
                </a:solidFill>
              </a:rPr>
              <a:t> = 1</a:t>
            </a:r>
          </a:p>
        </p:txBody>
      </p:sp>
      <p:cxnSp>
        <p:nvCxnSpPr>
          <p:cNvPr id="78" name="Connettore a gomito 77">
            <a:extLst>
              <a:ext uri="{FF2B5EF4-FFF2-40B4-BE49-F238E27FC236}">
                <a16:creationId xmlns:a16="http://schemas.microsoft.com/office/drawing/2014/main" id="{DAF53ECF-DBCD-F347-233F-B120CE54F19E}"/>
              </a:ext>
            </a:extLst>
          </p:cNvPr>
          <p:cNvCxnSpPr>
            <a:cxnSpLocks/>
          </p:cNvCxnSpPr>
          <p:nvPr/>
        </p:nvCxnSpPr>
        <p:spPr>
          <a:xfrm flipV="1">
            <a:off x="5869642" y="3075811"/>
            <a:ext cx="2439914" cy="1369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nettore a gomito 79">
            <a:extLst>
              <a:ext uri="{FF2B5EF4-FFF2-40B4-BE49-F238E27FC236}">
                <a16:creationId xmlns:a16="http://schemas.microsoft.com/office/drawing/2014/main" id="{230B434A-3C34-0AB2-F0C9-9701CF21A72D}"/>
              </a:ext>
            </a:extLst>
          </p:cNvPr>
          <p:cNvCxnSpPr>
            <a:cxnSpLocks/>
          </p:cNvCxnSpPr>
          <p:nvPr/>
        </p:nvCxnSpPr>
        <p:spPr>
          <a:xfrm flipV="1">
            <a:off x="5879285" y="1908291"/>
            <a:ext cx="2441210" cy="1503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80AD3949-1B4D-6192-1FC9-9FA6C5CF2995}"/>
              </a:ext>
            </a:extLst>
          </p:cNvPr>
          <p:cNvSpPr txBox="1"/>
          <p:nvPr/>
        </p:nvSpPr>
        <p:spPr>
          <a:xfrm>
            <a:off x="5820073" y="3006989"/>
            <a:ext cx="7944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+ destination</a:t>
            </a:r>
          </a:p>
        </p:txBody>
      </p:sp>
      <p:sp>
        <p:nvSpPr>
          <p:cNvPr id="83" name="CasellaDiTesto 82">
            <a:extLst>
              <a:ext uri="{FF2B5EF4-FFF2-40B4-BE49-F238E27FC236}">
                <a16:creationId xmlns:a16="http://schemas.microsoft.com/office/drawing/2014/main" id="{D9E16D55-8083-8C89-2852-904484655851}"/>
              </a:ext>
            </a:extLst>
          </p:cNvPr>
          <p:cNvSpPr txBox="1"/>
          <p:nvPr/>
        </p:nvSpPr>
        <p:spPr>
          <a:xfrm>
            <a:off x="5839394" y="1839681"/>
            <a:ext cx="7944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+ destination</a:t>
            </a:r>
          </a:p>
        </p:txBody>
      </p:sp>
    </p:spTree>
    <p:extLst>
      <p:ext uri="{BB962C8B-B14F-4D97-AF65-F5344CB8AC3E}">
        <p14:creationId xmlns:p14="http://schemas.microsoft.com/office/powerpoint/2010/main" val="1362330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tangolo 37">
            <a:extLst>
              <a:ext uri="{FF2B5EF4-FFF2-40B4-BE49-F238E27FC236}">
                <a16:creationId xmlns:a16="http://schemas.microsoft.com/office/drawing/2014/main" id="{2939053F-9359-B55E-BD8A-0C4FB8A996C2}"/>
              </a:ext>
            </a:extLst>
          </p:cNvPr>
          <p:cNvSpPr/>
          <p:nvPr/>
        </p:nvSpPr>
        <p:spPr>
          <a:xfrm>
            <a:off x="6777845" y="901089"/>
            <a:ext cx="2086230" cy="1338491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D5AE3B3-9CCF-949E-979E-E4ADFDA4E284}"/>
              </a:ext>
            </a:extLst>
          </p:cNvPr>
          <p:cNvSpPr/>
          <p:nvPr/>
        </p:nvSpPr>
        <p:spPr>
          <a:xfrm>
            <a:off x="519911" y="949423"/>
            <a:ext cx="2073836" cy="5163928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34D81764-63BE-DAFF-5FF1-9E134DA186A1}"/>
              </a:ext>
            </a:extLst>
          </p:cNvPr>
          <p:cNvCxnSpPr>
            <a:cxnSpLocks/>
          </p:cNvCxnSpPr>
          <p:nvPr/>
        </p:nvCxnSpPr>
        <p:spPr>
          <a:xfrm>
            <a:off x="519911" y="1534227"/>
            <a:ext cx="20738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8CB7ACA-16BE-8A58-7F43-C1E6681A0EF5}"/>
              </a:ext>
            </a:extLst>
          </p:cNvPr>
          <p:cNvSpPr txBox="1"/>
          <p:nvPr/>
        </p:nvSpPr>
        <p:spPr>
          <a:xfrm>
            <a:off x="519910" y="1065500"/>
            <a:ext cx="2073836" cy="410395"/>
          </a:xfrm>
          <a:prstGeom prst="rect">
            <a:avLst/>
          </a:prstGeom>
          <a:noFill/>
        </p:spPr>
        <p:txBody>
          <a:bodyPr wrap="square" lIns="101626" tIns="50813" rIns="101626" bIns="50813" rtlCol="0" anchor="t">
            <a:spAutoFit/>
          </a:bodyPr>
          <a:lstStyle/>
          <a:p>
            <a:pPr algn="ctr"/>
            <a:r>
              <a:rPr lang="en-US" sz="1000" u="sng" err="1"/>
              <a:t>SpmConfigSet</a:t>
            </a:r>
            <a:r>
              <a:rPr lang="en-US" sz="1000" u="sng"/>
              <a:t>:</a:t>
            </a:r>
          </a:p>
          <a:p>
            <a:pPr algn="ctr"/>
            <a:r>
              <a:rPr lang="en-US" sz="1000" u="sng" err="1"/>
              <a:t>EcucParamConfContainerDef</a:t>
            </a:r>
            <a:endParaRPr lang="en-US" sz="1000" u="sng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CFC94864-F59B-EA63-C17E-57EEF51681D7}"/>
              </a:ext>
            </a:extLst>
          </p:cNvPr>
          <p:cNvSpPr/>
          <p:nvPr/>
        </p:nvSpPr>
        <p:spPr>
          <a:xfrm>
            <a:off x="3828716" y="1061990"/>
            <a:ext cx="2073835" cy="3862675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5E3F2CF9-0035-84F0-49B1-4F7CF4474B57}"/>
              </a:ext>
            </a:extLst>
          </p:cNvPr>
          <p:cNvCxnSpPr>
            <a:cxnSpLocks/>
          </p:cNvCxnSpPr>
          <p:nvPr/>
        </p:nvCxnSpPr>
        <p:spPr>
          <a:xfrm>
            <a:off x="3828717" y="1640351"/>
            <a:ext cx="20738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2997743-99CE-1E2F-73DD-FD1338475702}"/>
              </a:ext>
            </a:extLst>
          </p:cNvPr>
          <p:cNvSpPr txBox="1"/>
          <p:nvPr/>
        </p:nvSpPr>
        <p:spPr>
          <a:xfrm>
            <a:off x="6801541" y="1003408"/>
            <a:ext cx="2073837" cy="410395"/>
          </a:xfrm>
          <a:prstGeom prst="rect">
            <a:avLst/>
          </a:prstGeom>
          <a:noFill/>
        </p:spPr>
        <p:txBody>
          <a:bodyPr wrap="square" lIns="101626" tIns="50813" rIns="101626" bIns="50813" rtlCol="0" anchor="t">
            <a:spAutoFit/>
          </a:bodyPr>
          <a:lstStyle/>
          <a:p>
            <a:pPr algn="ctr"/>
            <a:r>
              <a:rPr lang="en-US" sz="1000" u="sng" err="1"/>
              <a:t>SpmWakingPath</a:t>
            </a:r>
            <a:r>
              <a:rPr lang="en-US" sz="1000" u="sng"/>
              <a:t>:</a:t>
            </a:r>
          </a:p>
          <a:p>
            <a:pPr algn="ctr"/>
            <a:r>
              <a:rPr lang="en-US" sz="1000" u="sng" err="1"/>
              <a:t>EcucReferenceDef</a:t>
            </a:r>
          </a:p>
        </p:txBody>
      </p: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C20DD62D-0588-7DAD-B48C-86F1F785AD41}"/>
              </a:ext>
            </a:extLst>
          </p:cNvPr>
          <p:cNvCxnSpPr>
            <a:cxnSpLocks/>
          </p:cNvCxnSpPr>
          <p:nvPr/>
        </p:nvCxnSpPr>
        <p:spPr>
          <a:xfrm>
            <a:off x="6777846" y="1479449"/>
            <a:ext cx="20862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4F81EF83-68ED-6DB1-0998-1F4E1A703A63}"/>
              </a:ext>
            </a:extLst>
          </p:cNvPr>
          <p:cNvSpPr txBox="1"/>
          <p:nvPr/>
        </p:nvSpPr>
        <p:spPr>
          <a:xfrm>
            <a:off x="3816320" y="1140644"/>
            <a:ext cx="2086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u="sng" err="1"/>
              <a:t>SpmTargetDevice</a:t>
            </a:r>
            <a:r>
              <a:rPr lang="en-US" sz="1000" u="sng"/>
              <a:t>:</a:t>
            </a:r>
          </a:p>
          <a:p>
            <a:pPr algn="ctr"/>
            <a:r>
              <a:rPr lang="en-US" sz="1000" u="sng" err="1"/>
              <a:t>EcucParamConfContainerDef</a:t>
            </a:r>
            <a:endParaRPr lang="en-US" sz="1000" u="sng"/>
          </a:p>
        </p:txBody>
      </p:sp>
      <p:sp>
        <p:nvSpPr>
          <p:cNvPr id="49" name="Rombo 48">
            <a:extLst>
              <a:ext uri="{FF2B5EF4-FFF2-40B4-BE49-F238E27FC236}">
                <a16:creationId xmlns:a16="http://schemas.microsoft.com/office/drawing/2014/main" id="{79A9B294-4AC3-720A-6F1A-BBCBCAE962CC}"/>
              </a:ext>
            </a:extLst>
          </p:cNvPr>
          <p:cNvSpPr/>
          <p:nvPr/>
        </p:nvSpPr>
        <p:spPr>
          <a:xfrm>
            <a:off x="2593745" y="1836121"/>
            <a:ext cx="297443" cy="132197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F70AFFDB-1B0C-D7A1-20F5-891A8D8C7A60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2891189" y="1902220"/>
            <a:ext cx="9366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ombo 55">
            <a:extLst>
              <a:ext uri="{FF2B5EF4-FFF2-40B4-BE49-F238E27FC236}">
                <a16:creationId xmlns:a16="http://schemas.microsoft.com/office/drawing/2014/main" id="{7FAEC421-98CA-D04D-D2C7-445FA2B52833}"/>
              </a:ext>
            </a:extLst>
          </p:cNvPr>
          <p:cNvSpPr/>
          <p:nvPr/>
        </p:nvSpPr>
        <p:spPr>
          <a:xfrm>
            <a:off x="5925149" y="1780941"/>
            <a:ext cx="297443" cy="132197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57" name="Connettore diritto 56">
            <a:extLst>
              <a:ext uri="{FF2B5EF4-FFF2-40B4-BE49-F238E27FC236}">
                <a16:creationId xmlns:a16="http://schemas.microsoft.com/office/drawing/2014/main" id="{435CAE52-5342-FBF1-E484-A5F7AE6A009C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6222592" y="1847040"/>
            <a:ext cx="5552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ttangolo 58">
            <a:extLst>
              <a:ext uri="{FF2B5EF4-FFF2-40B4-BE49-F238E27FC236}">
                <a16:creationId xmlns:a16="http://schemas.microsoft.com/office/drawing/2014/main" id="{726E4ADD-742B-A45D-33E0-CE7786982B6C}"/>
              </a:ext>
            </a:extLst>
          </p:cNvPr>
          <p:cNvSpPr/>
          <p:nvPr/>
        </p:nvSpPr>
        <p:spPr>
          <a:xfrm>
            <a:off x="9962970" y="918975"/>
            <a:ext cx="2086230" cy="1338491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60" name="Connettore diritto 59">
            <a:extLst>
              <a:ext uri="{FF2B5EF4-FFF2-40B4-BE49-F238E27FC236}">
                <a16:creationId xmlns:a16="http://schemas.microsoft.com/office/drawing/2014/main" id="{FEA31FC2-B9F0-6833-D5AE-C8774150DF72}"/>
              </a:ext>
            </a:extLst>
          </p:cNvPr>
          <p:cNvCxnSpPr>
            <a:cxnSpLocks/>
          </p:cNvCxnSpPr>
          <p:nvPr/>
        </p:nvCxnSpPr>
        <p:spPr>
          <a:xfrm>
            <a:off x="9962971" y="1497335"/>
            <a:ext cx="20862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D91FD3DD-5C2C-E1C3-5932-B3AAEA81BDD2}"/>
              </a:ext>
            </a:extLst>
          </p:cNvPr>
          <p:cNvSpPr txBox="1"/>
          <p:nvPr/>
        </p:nvSpPr>
        <p:spPr>
          <a:xfrm>
            <a:off x="9962969" y="985815"/>
            <a:ext cx="2086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u="sng" err="1"/>
              <a:t>SpmWakingStep</a:t>
            </a:r>
            <a:r>
              <a:rPr lang="en-US" sz="1000" u="sng"/>
              <a:t> :</a:t>
            </a:r>
          </a:p>
          <a:p>
            <a:pPr algn="ctr"/>
            <a:r>
              <a:rPr lang="en-US" sz="1000" u="sng" err="1"/>
              <a:t>EcucParamConfContainerDef</a:t>
            </a:r>
            <a:endParaRPr lang="en-US" sz="1000" u="sng"/>
          </a:p>
        </p:txBody>
      </p:sp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1AF553E8-5F49-89BE-DB91-4F92BC978EA7}"/>
              </a:ext>
            </a:extLst>
          </p:cNvPr>
          <p:cNvCxnSpPr>
            <a:cxnSpLocks/>
          </p:cNvCxnSpPr>
          <p:nvPr/>
        </p:nvCxnSpPr>
        <p:spPr>
          <a:xfrm>
            <a:off x="8864075" y="1803075"/>
            <a:ext cx="1098895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E04DB4DC-CA29-F492-EBBE-27D675A98F5A}"/>
              </a:ext>
            </a:extLst>
          </p:cNvPr>
          <p:cNvSpPr txBox="1"/>
          <p:nvPr/>
        </p:nvSpPr>
        <p:spPr>
          <a:xfrm>
            <a:off x="2655074" y="1611271"/>
            <a:ext cx="1286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+ </a:t>
            </a:r>
            <a:r>
              <a:rPr lang="en-US" sz="1000" err="1"/>
              <a:t>subContainer</a:t>
            </a:r>
            <a:endParaRPr lang="en-US" sz="1000"/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D894F597-D6ED-F6E0-8C4C-07A02F44CE2F}"/>
              </a:ext>
            </a:extLst>
          </p:cNvPr>
          <p:cNvSpPr txBox="1"/>
          <p:nvPr/>
        </p:nvSpPr>
        <p:spPr>
          <a:xfrm>
            <a:off x="5913850" y="1546864"/>
            <a:ext cx="8526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+ reference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C19F6DEE-8D65-1C6F-9C26-D135AC7F76F2}"/>
              </a:ext>
            </a:extLst>
          </p:cNvPr>
          <p:cNvSpPr txBox="1"/>
          <p:nvPr/>
        </p:nvSpPr>
        <p:spPr>
          <a:xfrm>
            <a:off x="8926308" y="1513295"/>
            <a:ext cx="914273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9"/>
              <a:t>+ destination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F51120D3-86F9-B035-ABCD-687D194421BD}"/>
              </a:ext>
            </a:extLst>
          </p:cNvPr>
          <p:cNvSpPr txBox="1"/>
          <p:nvPr/>
        </p:nvSpPr>
        <p:spPr>
          <a:xfrm>
            <a:off x="644655" y="1640351"/>
            <a:ext cx="1812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>
                <a:solidFill>
                  <a:srgbClr val="941C36"/>
                </a:solidFill>
              </a:rPr>
              <a:t>lowerMultiplicity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1000" err="1">
                <a:solidFill>
                  <a:srgbClr val="941C36"/>
                </a:solidFill>
              </a:rPr>
              <a:t>upperMultiplicity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5CC59128-6A5A-8495-E463-9ABE9B7A0DD2}"/>
              </a:ext>
            </a:extLst>
          </p:cNvPr>
          <p:cNvSpPr txBox="1"/>
          <p:nvPr/>
        </p:nvSpPr>
        <p:spPr>
          <a:xfrm>
            <a:off x="3890043" y="1735577"/>
            <a:ext cx="1812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>
                <a:solidFill>
                  <a:srgbClr val="941C36"/>
                </a:solidFill>
              </a:rPr>
              <a:t>lowerMultiplicity</a:t>
            </a:r>
            <a:r>
              <a:rPr lang="en-US" sz="1000">
                <a:solidFill>
                  <a:srgbClr val="941C36"/>
                </a:solidFill>
              </a:rPr>
              <a:t> = 0</a:t>
            </a:r>
          </a:p>
          <a:p>
            <a:pPr algn="ctr"/>
            <a:r>
              <a:rPr lang="en-US" sz="1000" err="1">
                <a:solidFill>
                  <a:srgbClr val="941C36"/>
                </a:solidFill>
              </a:rPr>
              <a:t>upperMultiplicity</a:t>
            </a:r>
            <a:r>
              <a:rPr lang="en-US" sz="1000">
                <a:solidFill>
                  <a:srgbClr val="941C36"/>
                </a:solidFill>
              </a:rPr>
              <a:t> = *</a:t>
            </a: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759C7D27-81C9-C8D3-51B2-3E92504C3F35}"/>
              </a:ext>
            </a:extLst>
          </p:cNvPr>
          <p:cNvSpPr txBox="1"/>
          <p:nvPr/>
        </p:nvSpPr>
        <p:spPr>
          <a:xfrm>
            <a:off x="6914795" y="1633016"/>
            <a:ext cx="1812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>
                <a:solidFill>
                  <a:srgbClr val="941C36"/>
                </a:solidFill>
              </a:rPr>
              <a:t>lowerMultiplicity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1000" err="1">
                <a:solidFill>
                  <a:srgbClr val="941C36"/>
                </a:solidFill>
              </a:rPr>
              <a:t>upperMultiplicity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F52E0B77-9228-B646-7278-5D40CEE1CD53}"/>
              </a:ext>
            </a:extLst>
          </p:cNvPr>
          <p:cNvSpPr txBox="1"/>
          <p:nvPr/>
        </p:nvSpPr>
        <p:spPr>
          <a:xfrm>
            <a:off x="10108272" y="1621641"/>
            <a:ext cx="1812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>
                <a:solidFill>
                  <a:srgbClr val="941C36"/>
                </a:solidFill>
              </a:rPr>
              <a:t>lowerMultiplicity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1000" err="1">
                <a:solidFill>
                  <a:srgbClr val="941C36"/>
                </a:solidFill>
              </a:rPr>
              <a:t>upperMultiplicity</a:t>
            </a:r>
            <a:r>
              <a:rPr lang="en-US" sz="1000">
                <a:solidFill>
                  <a:srgbClr val="941C36"/>
                </a:solidFill>
              </a:rPr>
              <a:t> = *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B8BEF42-4AD2-AB27-8998-E8FD93ADF5F1}"/>
              </a:ext>
            </a:extLst>
          </p:cNvPr>
          <p:cNvSpPr/>
          <p:nvPr/>
        </p:nvSpPr>
        <p:spPr>
          <a:xfrm>
            <a:off x="7438310" y="4088642"/>
            <a:ext cx="2086230" cy="985118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2A70637E-FECA-B3FD-9281-79414C9A4DA7}"/>
              </a:ext>
            </a:extLst>
          </p:cNvPr>
          <p:cNvCxnSpPr>
            <a:cxnSpLocks/>
          </p:cNvCxnSpPr>
          <p:nvPr/>
        </p:nvCxnSpPr>
        <p:spPr>
          <a:xfrm>
            <a:off x="7438309" y="4581201"/>
            <a:ext cx="20862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79A32F0-09F0-9E08-52D1-2581DDCB72EF}"/>
              </a:ext>
            </a:extLst>
          </p:cNvPr>
          <p:cNvSpPr txBox="1"/>
          <p:nvPr/>
        </p:nvSpPr>
        <p:spPr>
          <a:xfrm>
            <a:off x="7522999" y="4087904"/>
            <a:ext cx="1890523" cy="434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11" u="sng" err="1"/>
              <a:t>SpmTargetDeviceId</a:t>
            </a:r>
            <a:r>
              <a:rPr lang="en-US" sz="1111" u="sng"/>
              <a:t>:</a:t>
            </a:r>
          </a:p>
          <a:p>
            <a:pPr algn="ctr"/>
            <a:r>
              <a:rPr lang="en-US" sz="1111" u="sng" err="1"/>
              <a:t>EcucIntegerParamDef</a:t>
            </a:r>
            <a:endParaRPr lang="en-US" sz="1111" u="sng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0BAEC28-2913-59DC-0A0D-50ADAF848F90}"/>
              </a:ext>
            </a:extLst>
          </p:cNvPr>
          <p:cNvSpPr txBox="1"/>
          <p:nvPr/>
        </p:nvSpPr>
        <p:spPr>
          <a:xfrm>
            <a:off x="7604377" y="4663287"/>
            <a:ext cx="1812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941C36"/>
                </a:solidFill>
              </a:rPr>
              <a:t>lowerMultiplicity</a:t>
            </a:r>
            <a:r>
              <a:rPr lang="en-US" sz="1000" dirty="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1000" dirty="0" err="1">
                <a:solidFill>
                  <a:srgbClr val="941C36"/>
                </a:solidFill>
              </a:rPr>
              <a:t>upperMultiplicity</a:t>
            </a:r>
            <a:r>
              <a:rPr lang="en-US" sz="1000" dirty="0">
                <a:solidFill>
                  <a:srgbClr val="941C36"/>
                </a:solidFill>
              </a:rPr>
              <a:t> = *</a:t>
            </a:r>
          </a:p>
        </p:txBody>
      </p:sp>
      <p:sp>
        <p:nvSpPr>
          <p:cNvPr id="8" name="Rombo 7">
            <a:extLst>
              <a:ext uri="{FF2B5EF4-FFF2-40B4-BE49-F238E27FC236}">
                <a16:creationId xmlns:a16="http://schemas.microsoft.com/office/drawing/2014/main" id="{B679576D-FDCA-5679-76F8-574348C2AB54}"/>
              </a:ext>
            </a:extLst>
          </p:cNvPr>
          <p:cNvSpPr/>
          <p:nvPr/>
        </p:nvSpPr>
        <p:spPr>
          <a:xfrm>
            <a:off x="5908703" y="4621415"/>
            <a:ext cx="297443" cy="110133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F1148C99-55A4-A48E-2D55-24994C9F9C3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206146" y="4676482"/>
            <a:ext cx="1223086" cy="11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DD80D79-F2E4-FAD3-F509-49E8816F4690}"/>
              </a:ext>
            </a:extLst>
          </p:cNvPr>
          <p:cNvSpPr txBox="1"/>
          <p:nvPr/>
        </p:nvSpPr>
        <p:spPr>
          <a:xfrm>
            <a:off x="6216861" y="4397250"/>
            <a:ext cx="12123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+ parameter</a:t>
            </a:r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7F586BC2-B257-FDAC-7066-B1484AFF37A0}"/>
              </a:ext>
            </a:extLst>
          </p:cNvPr>
          <p:cNvSpPr txBox="1">
            <a:spLocks/>
          </p:cNvSpPr>
          <p:nvPr/>
        </p:nvSpPr>
        <p:spPr>
          <a:xfrm>
            <a:off x="8710683" y="3103411"/>
            <a:ext cx="515812" cy="244446"/>
          </a:xfrm>
          <a:prstGeom prst="rect">
            <a:avLst/>
          </a:prstGeom>
        </p:spPr>
        <p:txBody>
          <a:bodyPr vert="horz" wrap="none" lIns="0" tIns="4001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2800" kern="1200" baseline="30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6264">
              <a:defRPr/>
            </a:pPr>
            <a:fld id="{B66E2322-B8A1-4AF7-8DCD-0571136AC237}" type="slidenum">
              <a:rPr lang="en-US" sz="3112" noProof="1">
                <a:solidFill>
                  <a:srgbClr val="164293"/>
                </a:solidFill>
              </a:rPr>
              <a:pPr defTabSz="1016264">
                <a:defRPr/>
              </a:pPr>
              <a:t>5</a:t>
            </a:fld>
            <a:endParaRPr lang="en-US" sz="2001" noProof="1">
              <a:solidFill>
                <a:srgbClr val="164293"/>
              </a:solidFill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4513667-40F0-982D-145E-CD2C6A7838D3}"/>
              </a:ext>
            </a:extLst>
          </p:cNvPr>
          <p:cNvSpPr/>
          <p:nvPr/>
        </p:nvSpPr>
        <p:spPr>
          <a:xfrm>
            <a:off x="7438311" y="2466978"/>
            <a:ext cx="2086230" cy="1338491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F6E79870-23B4-F37D-FA81-053929A3FE59}"/>
              </a:ext>
            </a:extLst>
          </p:cNvPr>
          <p:cNvCxnSpPr>
            <a:cxnSpLocks/>
          </p:cNvCxnSpPr>
          <p:nvPr/>
        </p:nvCxnSpPr>
        <p:spPr>
          <a:xfrm>
            <a:off x="7438311" y="3045338"/>
            <a:ext cx="20862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9FCCDCB-1AA7-D002-6A90-466D01EA757F}"/>
              </a:ext>
            </a:extLst>
          </p:cNvPr>
          <p:cNvSpPr txBox="1"/>
          <p:nvPr/>
        </p:nvSpPr>
        <p:spPr>
          <a:xfrm>
            <a:off x="7438310" y="2533818"/>
            <a:ext cx="2086230" cy="434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11" u="sng" err="1"/>
              <a:t>SpmWakeUpWaitInitTime</a:t>
            </a:r>
            <a:r>
              <a:rPr lang="en-US" sz="1111" u="sng"/>
              <a:t>:</a:t>
            </a:r>
          </a:p>
          <a:p>
            <a:pPr algn="ctr"/>
            <a:r>
              <a:rPr lang="en-US" sz="1111" u="sng" err="1"/>
              <a:t>EcucFloatParamDef</a:t>
            </a:r>
            <a:endParaRPr lang="en-US" sz="1111" u="sng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98CF5F6-364D-828A-7E78-018C83F56A0E}"/>
              </a:ext>
            </a:extLst>
          </p:cNvPr>
          <p:cNvSpPr txBox="1"/>
          <p:nvPr/>
        </p:nvSpPr>
        <p:spPr>
          <a:xfrm>
            <a:off x="7575380" y="3171743"/>
            <a:ext cx="1812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>
                <a:solidFill>
                  <a:srgbClr val="941C36"/>
                </a:solidFill>
              </a:rPr>
              <a:t>lowerMultiplicity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1000" err="1">
                <a:solidFill>
                  <a:srgbClr val="941C36"/>
                </a:solidFill>
              </a:rPr>
              <a:t>upperMultiplicity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B8E4E646-A864-D7D4-7A4D-F5AF8A849E52}"/>
              </a:ext>
            </a:extLst>
          </p:cNvPr>
          <p:cNvSpPr/>
          <p:nvPr/>
        </p:nvSpPr>
        <p:spPr>
          <a:xfrm>
            <a:off x="9878281" y="3376736"/>
            <a:ext cx="2086230" cy="1307504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1BE69787-5518-94AD-AF1D-4FC3E167FF8E}"/>
              </a:ext>
            </a:extLst>
          </p:cNvPr>
          <p:cNvCxnSpPr>
            <a:cxnSpLocks/>
          </p:cNvCxnSpPr>
          <p:nvPr/>
        </p:nvCxnSpPr>
        <p:spPr>
          <a:xfrm>
            <a:off x="9878280" y="3869295"/>
            <a:ext cx="20862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B1F923FD-5249-4C44-D674-5D154C29EBED}"/>
              </a:ext>
            </a:extLst>
          </p:cNvPr>
          <p:cNvSpPr txBox="1"/>
          <p:nvPr/>
        </p:nvSpPr>
        <p:spPr>
          <a:xfrm>
            <a:off x="9962970" y="3375999"/>
            <a:ext cx="1890523" cy="434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11" u="sng" err="1"/>
              <a:t>SpmTargetDeviceDTCId</a:t>
            </a:r>
            <a:r>
              <a:rPr lang="en-US" sz="1111" u="sng"/>
              <a:t>:</a:t>
            </a:r>
          </a:p>
          <a:p>
            <a:pPr algn="ctr"/>
            <a:r>
              <a:rPr lang="en-US" sz="1111" u="sng" err="1"/>
              <a:t>EcucIntegerParamDef</a:t>
            </a:r>
            <a:endParaRPr lang="en-US" sz="1111" u="sng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5E6B4757-6A9C-9C31-93B1-F181542A1E38}"/>
              </a:ext>
            </a:extLst>
          </p:cNvPr>
          <p:cNvSpPr txBox="1"/>
          <p:nvPr/>
        </p:nvSpPr>
        <p:spPr>
          <a:xfrm>
            <a:off x="10044347" y="3951382"/>
            <a:ext cx="1812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>
                <a:solidFill>
                  <a:srgbClr val="941C36"/>
                </a:solidFill>
              </a:rPr>
              <a:t>lowerMultiplicity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1000" err="1">
                <a:solidFill>
                  <a:srgbClr val="941C36"/>
                </a:solidFill>
              </a:rPr>
              <a:t>upperMultiplicity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1000">
                <a:solidFill>
                  <a:srgbClr val="941C36"/>
                </a:solidFill>
              </a:rPr>
              <a:t>Min = 0</a:t>
            </a:r>
          </a:p>
          <a:p>
            <a:pPr algn="ctr"/>
            <a:r>
              <a:rPr lang="en-US" sz="1000">
                <a:solidFill>
                  <a:srgbClr val="941C36"/>
                </a:solidFill>
              </a:rPr>
              <a:t>Max = 65535</a:t>
            </a:r>
          </a:p>
        </p:txBody>
      </p:sp>
      <p:cxnSp>
        <p:nvCxnSpPr>
          <p:cNvPr id="44" name="Connettore diritto 43">
            <a:extLst>
              <a:ext uri="{FF2B5EF4-FFF2-40B4-BE49-F238E27FC236}">
                <a16:creationId xmlns:a16="http://schemas.microsoft.com/office/drawing/2014/main" id="{314ADAE8-EA9D-607F-3C17-DA6FC5F2678A}"/>
              </a:ext>
            </a:extLst>
          </p:cNvPr>
          <p:cNvCxnSpPr>
            <a:cxnSpLocks/>
          </p:cNvCxnSpPr>
          <p:nvPr/>
        </p:nvCxnSpPr>
        <p:spPr>
          <a:xfrm flipV="1">
            <a:off x="6076403" y="3989049"/>
            <a:ext cx="3801143" cy="1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ombo 7">
            <a:extLst>
              <a:ext uri="{FF2B5EF4-FFF2-40B4-BE49-F238E27FC236}">
                <a16:creationId xmlns:a16="http://schemas.microsoft.com/office/drawing/2014/main" id="{6DD1B019-AFD7-4510-0847-75F31B405219}"/>
              </a:ext>
            </a:extLst>
          </p:cNvPr>
          <p:cNvSpPr/>
          <p:nvPr/>
        </p:nvSpPr>
        <p:spPr>
          <a:xfrm>
            <a:off x="5909263" y="3939318"/>
            <a:ext cx="297443" cy="110133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sp>
        <p:nvSpPr>
          <p:cNvPr id="27" name="CasellaDiTesto 10">
            <a:extLst>
              <a:ext uri="{FF2B5EF4-FFF2-40B4-BE49-F238E27FC236}">
                <a16:creationId xmlns:a16="http://schemas.microsoft.com/office/drawing/2014/main" id="{80E8C64C-91F4-4005-BDB1-7F81F35CD781}"/>
              </a:ext>
            </a:extLst>
          </p:cNvPr>
          <p:cNvSpPr txBox="1"/>
          <p:nvPr/>
        </p:nvSpPr>
        <p:spPr>
          <a:xfrm>
            <a:off x="6184190" y="3748421"/>
            <a:ext cx="12123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+ parameter</a:t>
            </a:r>
          </a:p>
        </p:txBody>
      </p:sp>
      <p:sp>
        <p:nvSpPr>
          <p:cNvPr id="28" name="Rombo 7">
            <a:extLst>
              <a:ext uri="{FF2B5EF4-FFF2-40B4-BE49-F238E27FC236}">
                <a16:creationId xmlns:a16="http://schemas.microsoft.com/office/drawing/2014/main" id="{D4100282-E732-0631-0A5E-E70E872E2247}"/>
              </a:ext>
            </a:extLst>
          </p:cNvPr>
          <p:cNvSpPr/>
          <p:nvPr/>
        </p:nvSpPr>
        <p:spPr>
          <a:xfrm>
            <a:off x="5925241" y="3290584"/>
            <a:ext cx="297443" cy="110133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29" name="Connettore diritto 8">
            <a:extLst>
              <a:ext uri="{FF2B5EF4-FFF2-40B4-BE49-F238E27FC236}">
                <a16:creationId xmlns:a16="http://schemas.microsoft.com/office/drawing/2014/main" id="{A8BACA4A-DEF3-1C49-62C3-BD45078E6F93}"/>
              </a:ext>
            </a:extLst>
          </p:cNvPr>
          <p:cNvCxnSpPr>
            <a:cxnSpLocks/>
          </p:cNvCxnSpPr>
          <p:nvPr/>
        </p:nvCxnSpPr>
        <p:spPr>
          <a:xfrm>
            <a:off x="6222684" y="3345651"/>
            <a:ext cx="1223086" cy="11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CasellaDiTesto 10">
            <a:extLst>
              <a:ext uri="{FF2B5EF4-FFF2-40B4-BE49-F238E27FC236}">
                <a16:creationId xmlns:a16="http://schemas.microsoft.com/office/drawing/2014/main" id="{E888FC95-67E9-0CCB-3AFD-FAA5731972F4}"/>
              </a:ext>
            </a:extLst>
          </p:cNvPr>
          <p:cNvSpPr txBox="1"/>
          <p:nvPr/>
        </p:nvSpPr>
        <p:spPr>
          <a:xfrm>
            <a:off x="6233399" y="3066419"/>
            <a:ext cx="12123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+ parameter</a:t>
            </a:r>
          </a:p>
        </p:txBody>
      </p:sp>
      <p:sp>
        <p:nvSpPr>
          <p:cNvPr id="23" name="Titolo 22">
            <a:extLst>
              <a:ext uri="{FF2B5EF4-FFF2-40B4-BE49-F238E27FC236}">
                <a16:creationId xmlns:a16="http://schemas.microsoft.com/office/drawing/2014/main" id="{0ADD5278-FC55-A2A4-E63A-0DA74A85F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3263" y="203908"/>
            <a:ext cx="4572000" cy="505275"/>
          </a:xfrm>
        </p:spPr>
        <p:txBody>
          <a:bodyPr>
            <a:normAutofit/>
          </a:bodyPr>
          <a:lstStyle/>
          <a:p>
            <a:r>
              <a:rPr lang="en-US" sz="1800" b="1" dirty="0"/>
              <a:t>SPM Target Device Configuration Container</a:t>
            </a:r>
          </a:p>
        </p:txBody>
      </p:sp>
    </p:spTree>
    <p:extLst>
      <p:ext uri="{BB962C8B-B14F-4D97-AF65-F5344CB8AC3E}">
        <p14:creationId xmlns:p14="http://schemas.microsoft.com/office/powerpoint/2010/main" val="1833985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1">
            <a:extLst>
              <a:ext uri="{FF2B5EF4-FFF2-40B4-BE49-F238E27FC236}">
                <a16:creationId xmlns:a16="http://schemas.microsoft.com/office/drawing/2014/main" id="{25976AD2-7C1A-4F80-28B4-B36BD47B1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1800" y="173733"/>
            <a:ext cx="9144000" cy="440593"/>
          </a:xfrm>
        </p:spPr>
        <p:txBody>
          <a:bodyPr>
            <a:normAutofit/>
          </a:bodyPr>
          <a:lstStyle/>
          <a:p>
            <a:r>
              <a:rPr lang="en-US" sz="1800" b="1" dirty="0"/>
              <a:t>SPM </a:t>
            </a:r>
            <a:r>
              <a:rPr lang="en-US" sz="1800" b="1" dirty="0" err="1"/>
              <a:t>WakingStep</a:t>
            </a:r>
            <a:r>
              <a:rPr lang="en-US" sz="1800" b="1" dirty="0"/>
              <a:t> Configuration Container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C90A1D1E-AB3E-C931-4FD2-8ED95DEDF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16264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1016264">
                <a:defRPr/>
              </a:pPr>
              <a:t>6</a:t>
            </a:fld>
            <a:endParaRPr lang="en-US" sz="2001" noProof="1">
              <a:solidFill>
                <a:srgbClr val="164293"/>
              </a:solidFill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C34CCD9-24DB-1B59-4A02-56EE44365EA0}"/>
              </a:ext>
            </a:extLst>
          </p:cNvPr>
          <p:cNvSpPr/>
          <p:nvPr/>
        </p:nvSpPr>
        <p:spPr>
          <a:xfrm>
            <a:off x="610061" y="834492"/>
            <a:ext cx="2086230" cy="5172190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75BBA2BB-8E92-9FD2-56F7-7C871B6DB538}"/>
              </a:ext>
            </a:extLst>
          </p:cNvPr>
          <p:cNvCxnSpPr>
            <a:cxnSpLocks/>
          </p:cNvCxnSpPr>
          <p:nvPr/>
        </p:nvCxnSpPr>
        <p:spPr>
          <a:xfrm>
            <a:off x="610062" y="1533067"/>
            <a:ext cx="20862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C4DA02E-2386-24C7-7143-0200A3FB4379}"/>
              </a:ext>
            </a:extLst>
          </p:cNvPr>
          <p:cNvSpPr txBox="1"/>
          <p:nvPr/>
        </p:nvSpPr>
        <p:spPr>
          <a:xfrm>
            <a:off x="593360" y="965465"/>
            <a:ext cx="2086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u="sng" err="1"/>
              <a:t>SpmWakingStep</a:t>
            </a:r>
            <a:r>
              <a:rPr lang="en-US" sz="1000" u="sng"/>
              <a:t> :</a:t>
            </a:r>
          </a:p>
          <a:p>
            <a:pPr algn="ctr"/>
            <a:r>
              <a:rPr lang="en-US" sz="1000" u="sng" err="1"/>
              <a:t>EcucParamConfContainerDef</a:t>
            </a:r>
            <a:endParaRPr lang="en-US" sz="1000" u="sng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8C29D07-D158-0237-3FC1-7581B4102AD8}"/>
              </a:ext>
            </a:extLst>
          </p:cNvPr>
          <p:cNvSpPr txBox="1"/>
          <p:nvPr/>
        </p:nvSpPr>
        <p:spPr>
          <a:xfrm>
            <a:off x="755363" y="1890204"/>
            <a:ext cx="1812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>
                <a:solidFill>
                  <a:srgbClr val="941C36"/>
                </a:solidFill>
              </a:rPr>
              <a:t>lowerMultiplicity</a:t>
            </a:r>
            <a:r>
              <a:rPr lang="en-US" sz="1000">
                <a:solidFill>
                  <a:srgbClr val="941C36"/>
                </a:solidFill>
              </a:rPr>
              <a:t> = 0</a:t>
            </a:r>
          </a:p>
          <a:p>
            <a:pPr algn="ctr"/>
            <a:r>
              <a:rPr lang="en-US" sz="1000" err="1">
                <a:solidFill>
                  <a:srgbClr val="941C36"/>
                </a:solidFill>
              </a:rPr>
              <a:t>upperMultiplicity</a:t>
            </a:r>
            <a:r>
              <a:rPr lang="en-US" sz="1000">
                <a:solidFill>
                  <a:srgbClr val="941C36"/>
                </a:solidFill>
              </a:rPr>
              <a:t> = *</a:t>
            </a:r>
          </a:p>
        </p:txBody>
      </p:sp>
      <p:sp>
        <p:nvSpPr>
          <p:cNvPr id="11" name="Segnaposto numero diapositiva 1">
            <a:extLst>
              <a:ext uri="{FF2B5EF4-FFF2-40B4-BE49-F238E27FC236}">
                <a16:creationId xmlns:a16="http://schemas.microsoft.com/office/drawing/2014/main" id="{6C62AE22-F544-C648-154F-7F4219E9C4B5}"/>
              </a:ext>
            </a:extLst>
          </p:cNvPr>
          <p:cNvSpPr txBox="1">
            <a:spLocks/>
          </p:cNvSpPr>
          <p:nvPr/>
        </p:nvSpPr>
        <p:spPr>
          <a:xfrm>
            <a:off x="5505894" y="3417429"/>
            <a:ext cx="515812" cy="244446"/>
          </a:xfrm>
          <a:prstGeom prst="rect">
            <a:avLst/>
          </a:prstGeom>
        </p:spPr>
        <p:txBody>
          <a:bodyPr vert="horz" wrap="none" lIns="0" tIns="4001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2800" kern="1200" baseline="30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6264">
              <a:defRPr/>
            </a:pPr>
            <a:fld id="{B66E2322-B8A1-4AF7-8DCD-0571136AC237}" type="slidenum">
              <a:rPr lang="en-US" sz="3112" noProof="1">
                <a:solidFill>
                  <a:srgbClr val="164293"/>
                </a:solidFill>
              </a:rPr>
              <a:pPr defTabSz="1016264">
                <a:defRPr/>
              </a:pPr>
              <a:t>6</a:t>
            </a:fld>
            <a:endParaRPr lang="en-US" sz="2001" noProof="1">
              <a:solidFill>
                <a:srgbClr val="164293"/>
              </a:solidFill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AE8049AA-30E1-851D-E3DE-C9A73E3022F2}"/>
              </a:ext>
            </a:extLst>
          </p:cNvPr>
          <p:cNvSpPr/>
          <p:nvPr/>
        </p:nvSpPr>
        <p:spPr>
          <a:xfrm>
            <a:off x="4233522" y="2780996"/>
            <a:ext cx="2086230" cy="1338491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77F710DA-3892-7CA5-A09B-82A9A24DBF9B}"/>
              </a:ext>
            </a:extLst>
          </p:cNvPr>
          <p:cNvCxnSpPr>
            <a:cxnSpLocks/>
          </p:cNvCxnSpPr>
          <p:nvPr/>
        </p:nvCxnSpPr>
        <p:spPr>
          <a:xfrm>
            <a:off x="4233523" y="3359355"/>
            <a:ext cx="20862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9E46017-71E6-C975-FA05-A879EABA5BE1}"/>
              </a:ext>
            </a:extLst>
          </p:cNvPr>
          <p:cNvSpPr txBox="1"/>
          <p:nvPr/>
        </p:nvSpPr>
        <p:spPr>
          <a:xfrm>
            <a:off x="4233521" y="2847835"/>
            <a:ext cx="2086230" cy="434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11" u="sng" err="1"/>
              <a:t>SpmWakeUpCommand</a:t>
            </a:r>
            <a:r>
              <a:rPr lang="en-US" sz="1111" u="sng"/>
              <a:t>:</a:t>
            </a:r>
          </a:p>
          <a:p>
            <a:pPr algn="ctr"/>
            <a:r>
              <a:rPr lang="en-US" sz="1111" u="sng" err="1"/>
              <a:t>EcucIntegerParamDef</a:t>
            </a:r>
            <a:endParaRPr lang="en-US" sz="1111" u="sng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6E40844-605A-29C5-9744-CF5E5E7E6237}"/>
              </a:ext>
            </a:extLst>
          </p:cNvPr>
          <p:cNvSpPr txBox="1"/>
          <p:nvPr/>
        </p:nvSpPr>
        <p:spPr>
          <a:xfrm>
            <a:off x="4360493" y="3379576"/>
            <a:ext cx="1812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>
                <a:solidFill>
                  <a:srgbClr val="941C36"/>
                </a:solidFill>
              </a:rPr>
              <a:t>lowerMultiplicity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1000" err="1">
                <a:solidFill>
                  <a:srgbClr val="941C36"/>
                </a:solidFill>
              </a:rPr>
              <a:t>upperMultiplicity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1000">
                <a:solidFill>
                  <a:srgbClr val="941C36"/>
                </a:solidFill>
              </a:rPr>
              <a:t>Min = 0</a:t>
            </a:r>
          </a:p>
          <a:p>
            <a:pPr algn="ctr"/>
            <a:r>
              <a:rPr lang="en-US" sz="1000">
                <a:solidFill>
                  <a:srgbClr val="941C36"/>
                </a:solidFill>
              </a:rPr>
              <a:t>Max = 255</a:t>
            </a:r>
          </a:p>
        </p:txBody>
      </p:sp>
      <p:sp>
        <p:nvSpPr>
          <p:cNvPr id="25" name="Rombo 24">
            <a:extLst>
              <a:ext uri="{FF2B5EF4-FFF2-40B4-BE49-F238E27FC236}">
                <a16:creationId xmlns:a16="http://schemas.microsoft.com/office/drawing/2014/main" id="{42996F9F-A264-2273-0924-5176A330EC3B}"/>
              </a:ext>
            </a:extLst>
          </p:cNvPr>
          <p:cNvSpPr/>
          <p:nvPr/>
        </p:nvSpPr>
        <p:spPr>
          <a:xfrm>
            <a:off x="2712992" y="3562302"/>
            <a:ext cx="297443" cy="132197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F396DBEA-C510-8CE2-B0E0-1945C2E426F5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3010435" y="3628400"/>
            <a:ext cx="12230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152B657-9232-2668-2FEF-B1187FF64071}"/>
              </a:ext>
            </a:extLst>
          </p:cNvPr>
          <p:cNvSpPr txBox="1"/>
          <p:nvPr/>
        </p:nvSpPr>
        <p:spPr>
          <a:xfrm>
            <a:off x="3021151" y="3338136"/>
            <a:ext cx="12123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+ parameter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92A2B4A8-0C97-04A3-9434-C8D198E16796}"/>
              </a:ext>
            </a:extLst>
          </p:cNvPr>
          <p:cNvSpPr/>
          <p:nvPr/>
        </p:nvSpPr>
        <p:spPr>
          <a:xfrm>
            <a:off x="4379876" y="1016633"/>
            <a:ext cx="1613497" cy="1495597"/>
          </a:xfrm>
          <a:prstGeom prst="rect">
            <a:avLst/>
          </a:prstGeom>
          <a:solidFill>
            <a:srgbClr val="FCF2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7A98450B-EEF6-89E3-0854-AF8C60E19F69}"/>
              </a:ext>
            </a:extLst>
          </p:cNvPr>
          <p:cNvCxnSpPr>
            <a:cxnSpLocks/>
          </p:cNvCxnSpPr>
          <p:nvPr/>
        </p:nvCxnSpPr>
        <p:spPr>
          <a:xfrm>
            <a:off x="4379875" y="1594994"/>
            <a:ext cx="161349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A674C85-94DA-F369-A730-993DA4692A5C}"/>
              </a:ext>
            </a:extLst>
          </p:cNvPr>
          <p:cNvSpPr txBox="1"/>
          <p:nvPr/>
        </p:nvSpPr>
        <p:spPr>
          <a:xfrm>
            <a:off x="4379875" y="1083473"/>
            <a:ext cx="1613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u="sng" err="1"/>
              <a:t>SpmWakeupSeqId</a:t>
            </a:r>
            <a:r>
              <a:rPr lang="en-US" sz="1000" u="sng"/>
              <a:t>:</a:t>
            </a:r>
          </a:p>
          <a:p>
            <a:pPr algn="ctr"/>
            <a:r>
              <a:rPr lang="en-US" sz="1000" u="sng" err="1"/>
              <a:t>EcucIntegerParamDef</a:t>
            </a:r>
            <a:endParaRPr lang="en-US" sz="1000" u="sng"/>
          </a:p>
        </p:txBody>
      </p:sp>
      <p:sp>
        <p:nvSpPr>
          <p:cNvPr id="36" name="Rombo 35">
            <a:extLst>
              <a:ext uri="{FF2B5EF4-FFF2-40B4-BE49-F238E27FC236}">
                <a16:creationId xmlns:a16="http://schemas.microsoft.com/office/drawing/2014/main" id="{BE084E45-AEE4-D5FA-6F41-E3D9A8FB25D5}"/>
              </a:ext>
            </a:extLst>
          </p:cNvPr>
          <p:cNvSpPr/>
          <p:nvPr/>
        </p:nvSpPr>
        <p:spPr>
          <a:xfrm>
            <a:off x="2698408" y="1644959"/>
            <a:ext cx="312028" cy="147714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1"/>
          </a:p>
        </p:txBody>
      </p: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24CFD857-C6AB-F048-36E7-577224FA755D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3010436" y="1718816"/>
            <a:ext cx="1369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A4C698B-C23B-AC93-E5C7-5609A5392C0E}"/>
              </a:ext>
            </a:extLst>
          </p:cNvPr>
          <p:cNvSpPr txBox="1"/>
          <p:nvPr/>
        </p:nvSpPr>
        <p:spPr>
          <a:xfrm>
            <a:off x="3109439" y="1478984"/>
            <a:ext cx="102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+ parameter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4EF98A57-46D4-41B3-E405-31C09AE47CEE}"/>
              </a:ext>
            </a:extLst>
          </p:cNvPr>
          <p:cNvSpPr txBox="1"/>
          <p:nvPr/>
        </p:nvSpPr>
        <p:spPr>
          <a:xfrm>
            <a:off x="4408208" y="1636057"/>
            <a:ext cx="1613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>
                <a:solidFill>
                  <a:srgbClr val="941C36"/>
                </a:solidFill>
              </a:rPr>
              <a:t>lowerMultiplicity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1000" err="1">
                <a:solidFill>
                  <a:srgbClr val="941C36"/>
                </a:solidFill>
              </a:rPr>
              <a:t>upperMultiplicity</a:t>
            </a:r>
            <a:r>
              <a:rPr lang="en-US" sz="1000">
                <a:solidFill>
                  <a:srgbClr val="941C36"/>
                </a:solidFill>
              </a:rPr>
              <a:t> = 1</a:t>
            </a:r>
          </a:p>
          <a:p>
            <a:pPr algn="ctr"/>
            <a:r>
              <a:rPr lang="en-US" sz="1000">
                <a:solidFill>
                  <a:srgbClr val="941C36"/>
                </a:solidFill>
              </a:rPr>
              <a:t>Min = 0</a:t>
            </a:r>
          </a:p>
          <a:p>
            <a:pPr algn="ctr"/>
            <a:r>
              <a:rPr lang="en-US" sz="1000">
                <a:solidFill>
                  <a:srgbClr val="941C36"/>
                </a:solidFill>
              </a:rPr>
              <a:t>Max = 255</a:t>
            </a:r>
          </a:p>
        </p:txBody>
      </p:sp>
    </p:spTree>
    <p:extLst>
      <p:ext uri="{BB962C8B-B14F-4D97-AF65-F5344CB8AC3E}">
        <p14:creationId xmlns:p14="http://schemas.microsoft.com/office/powerpoint/2010/main" val="32625475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467</Words>
  <Application>Microsoft Office PowerPoint</Application>
  <PresentationFormat>Widescreen</PresentationFormat>
  <Paragraphs>210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di Office</vt:lpstr>
      <vt:lpstr>SPM Container</vt:lpstr>
      <vt:lpstr>SPM Configured Power Profile Container</vt:lpstr>
      <vt:lpstr>SPM General Configuration Container</vt:lpstr>
      <vt:lpstr>SPM General References</vt:lpstr>
      <vt:lpstr>SPM Target Device Configuration Container</vt:lpstr>
      <vt:lpstr>SPM WakingStep Configuration Container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Pinti Giovanni (ETAS-VOS/XPC-Tn1)</dc:creator>
  <cp:lastModifiedBy>Pinti Giovanni (ETAS-VOS/XPC-Tn1)</cp:lastModifiedBy>
  <cp:revision>4</cp:revision>
  <dcterms:created xsi:type="dcterms:W3CDTF">2023-11-07T07:48:29Z</dcterms:created>
  <dcterms:modified xsi:type="dcterms:W3CDTF">2023-12-04T16:47:30Z</dcterms:modified>
</cp:coreProperties>
</file>