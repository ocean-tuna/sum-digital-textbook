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ED9979-7B9A-B391-91E4-9E3368138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298B7D1-7B1A-8C68-5456-C40F37FA3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29E280-E808-EF3F-3226-A5B25F824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107498-57B5-D4BD-5D31-B0EA8B730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11DB30-7D06-A59B-6F86-F4FEB93F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05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D46B3A-F4CF-F765-CBFE-25EEF737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9BF7DD-1805-D2CD-33DF-20A4A9C40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FCF50F-6C18-04A8-614C-4622547C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40728D4-5E46-1849-B6E1-1C26D6029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C71148-94A3-AD0A-F93C-1D4D6D82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7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E3505D-BB2A-C9F4-6E59-405508AD9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6991607-A9AC-8ED4-0628-315181078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41D996D-3217-0257-1119-A6D7A5D1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1F945C-82C3-CD7C-9651-C4B9518D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432E14-0CE6-8368-597A-11608202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0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2634AB-B562-9B86-9CFC-804F78C4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E410B0-DE35-A6F9-4987-29CE352AA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4C1B119-4186-5B3E-FB6A-C8D847C6E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81BAE15-69E4-CBC3-FC80-AF696116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39E020D-59C8-CF95-EB54-671F8803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26C9904-D35A-D8F1-BC81-2D5C0895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8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49D35F-523B-C01C-F4F6-D77951BB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78CB140-F109-DBBB-917B-5BEB49CC0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C611D19-D69D-6078-419D-CC2FF256F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54AF1AD-E82A-46E5-C7C1-0C5F14DF75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38C44DE-BF95-04DB-02F1-04EC87DB3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A10C6F8-AE8A-E9B2-322D-70BF5FC4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E6F46F7-F6B8-05AB-5540-99120F18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C7D458C-2ADE-09A5-82A0-B16ADBA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7CBE26-3BEF-F2A1-7EBC-B514B78DC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8E06C6-7BA6-4585-99A9-143FD6AE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29E3-3ABE-8621-4D64-F0B1018A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65A361-0636-6574-6AD6-2E60FDA2E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3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5877F7D-94B1-4A21-2DC3-13F723A2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BBAED9A-B667-7ECE-7F3C-B125CBE9C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CF5023-696D-1A8A-B38E-7C0CBDF5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3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A82F9F-7B8C-9DED-108F-DB09344F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C55AEE-CB1B-7E2C-238D-93447F0FA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2AFD898-A781-B3A7-160A-11C2E1936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00538F5-5B18-DD84-6BA5-44219B67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F01979-A85E-2BB4-2304-94272F26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0E1D82A-CD7C-F66C-3BFA-0953B81E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91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BB45DE-6369-AA4E-143E-593D19E94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B79CC42-37AA-A358-FA80-143A46FB7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3D98772-8A1B-5F06-AE2C-79902EC86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4EB2207-0C5F-4617-63EF-75D3DC38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5BDFD9D-21E8-1667-CF07-007A66F19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E4C6040-C59E-38E8-8D79-4A73786A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6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4A2011-699B-F735-AF99-785813E7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E7105C-D3A5-DFF5-B10C-97A2CAD68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8B402E-E123-EB54-337D-F6F081391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3F05C7-7492-4490-D8C0-FA6E67623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809F64-699E-438C-7D3B-B7BFBF44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0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8A4F25C-607C-0449-23E5-1EAC7053F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A37584A-231F-87C9-F830-030E90473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40B8CC-8EFC-27F8-FBEE-DC7DC746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2A7349-A877-7E36-2DB8-70F432B4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2F7A2B-29B2-901F-6723-6B2B79B8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5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1472B31-D76B-833C-A0A2-63F10B0AD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4C1CD63-A450-23C7-5553-902061D51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910322-1AF2-C7D3-C681-C421E8AF3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0A651-B8BB-4DEA-A24C-0E0875EB5B2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60EC6D-A56B-89AA-9D93-E038895A0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783E9A-47E4-E4EE-6A05-AF6931B00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18BBC-73F2-4019-B171-BB81479EE05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47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04E78543-24C7-16C0-3221-7F0046A82391}"/>
              </a:ext>
            </a:extLst>
          </p:cNvPr>
          <p:cNvSpPr/>
          <p:nvPr/>
        </p:nvSpPr>
        <p:spPr>
          <a:xfrm>
            <a:off x="4720281" y="749643"/>
            <a:ext cx="609600" cy="593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.1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FB5C1483-B60C-6E12-916F-DCABEAEAB4FF}"/>
              </a:ext>
            </a:extLst>
          </p:cNvPr>
          <p:cNvSpPr/>
          <p:nvPr/>
        </p:nvSpPr>
        <p:spPr>
          <a:xfrm>
            <a:off x="3348681" y="1915297"/>
            <a:ext cx="609600" cy="593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.2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CADE62B7-CB51-D31C-4D01-C0CCEBF3F0F4}"/>
              </a:ext>
            </a:extLst>
          </p:cNvPr>
          <p:cNvSpPr/>
          <p:nvPr/>
        </p:nvSpPr>
        <p:spPr>
          <a:xfrm>
            <a:off x="6096000" y="1865870"/>
            <a:ext cx="609600" cy="593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.6</a:t>
            </a: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C9BEE250-5B23-00F4-821D-46DB796E55B8}"/>
              </a:ext>
            </a:extLst>
          </p:cNvPr>
          <p:cNvSpPr/>
          <p:nvPr/>
        </p:nvSpPr>
        <p:spPr>
          <a:xfrm>
            <a:off x="4790302" y="3225113"/>
            <a:ext cx="609600" cy="593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.5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5A45876F-DF15-9F70-A608-75FD88876306}"/>
              </a:ext>
            </a:extLst>
          </p:cNvPr>
          <p:cNvSpPr/>
          <p:nvPr/>
        </p:nvSpPr>
        <p:spPr>
          <a:xfrm>
            <a:off x="1717589" y="2631988"/>
            <a:ext cx="609600" cy="593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.3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83AE9F04-5760-C451-7662-77AE2588BE1C}"/>
              </a:ext>
            </a:extLst>
          </p:cNvPr>
          <p:cNvSpPr/>
          <p:nvPr/>
        </p:nvSpPr>
        <p:spPr>
          <a:xfrm>
            <a:off x="6096000" y="3225112"/>
            <a:ext cx="609600" cy="593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.8</a:t>
            </a: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322E3C9F-A5AD-DA22-46C4-FEF6065AFB09}"/>
              </a:ext>
            </a:extLst>
          </p:cNvPr>
          <p:cNvSpPr/>
          <p:nvPr/>
        </p:nvSpPr>
        <p:spPr>
          <a:xfrm>
            <a:off x="7558215" y="3225112"/>
            <a:ext cx="609600" cy="5931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7F84E91A-9F9F-D56B-D374-5392262B4D2C}"/>
              </a:ext>
            </a:extLst>
          </p:cNvPr>
          <p:cNvSpPr/>
          <p:nvPr/>
        </p:nvSpPr>
        <p:spPr>
          <a:xfrm>
            <a:off x="8167815" y="4765589"/>
            <a:ext cx="609600" cy="5931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142AA242-20C4-B79B-C137-2BCCF635D38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653481" y="1046206"/>
            <a:ext cx="1066800" cy="86909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3FE343F8-73D7-9241-3B66-5804494DBEC9}"/>
              </a:ext>
            </a:extLst>
          </p:cNvPr>
          <p:cNvCxnSpPr>
            <a:cxnSpLocks/>
            <a:stCxn id="5" idx="2"/>
            <a:endCxn id="8" idx="7"/>
          </p:cNvCxnSpPr>
          <p:nvPr/>
        </p:nvCxnSpPr>
        <p:spPr>
          <a:xfrm flipH="1">
            <a:off x="2237915" y="2211860"/>
            <a:ext cx="1110766" cy="50698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292BD2B-4BEC-4A67-1635-11C991B69919}"/>
              </a:ext>
            </a:extLst>
          </p:cNvPr>
          <p:cNvCxnSpPr>
            <a:cxnSpLocks/>
            <a:stCxn id="5" idx="5"/>
            <a:endCxn id="7" idx="2"/>
          </p:cNvCxnSpPr>
          <p:nvPr/>
        </p:nvCxnSpPr>
        <p:spPr>
          <a:xfrm>
            <a:off x="3869007" y="2421561"/>
            <a:ext cx="921295" cy="110011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F4A4024E-056B-9659-452E-A6C7BB09B0B7}"/>
              </a:ext>
            </a:extLst>
          </p:cNvPr>
          <p:cNvSpPr/>
          <p:nvPr/>
        </p:nvSpPr>
        <p:spPr>
          <a:xfrm>
            <a:off x="5399902" y="4765589"/>
            <a:ext cx="609600" cy="593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.7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D17F4093-0617-7843-BF0E-EEB6F0785A9F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5329881" y="1046206"/>
            <a:ext cx="1070919" cy="81966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77552B00-07AC-D8CC-7B3A-1CF399BF631B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6400800" y="2458995"/>
            <a:ext cx="0" cy="76611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F2EC73FC-ECCA-6D4C-1726-FBE61768FFDE}"/>
              </a:ext>
            </a:extLst>
          </p:cNvPr>
          <p:cNvCxnSpPr>
            <a:stCxn id="9" idx="5"/>
            <a:endCxn id="11" idx="2"/>
          </p:cNvCxnSpPr>
          <p:nvPr/>
        </p:nvCxnSpPr>
        <p:spPr>
          <a:xfrm>
            <a:off x="6616326" y="3731376"/>
            <a:ext cx="1551489" cy="133077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4C1DFF6E-D9A7-C7E8-25E7-D09864D9B46A}"/>
              </a:ext>
            </a:extLst>
          </p:cNvPr>
          <p:cNvCxnSpPr>
            <a:stCxn id="7" idx="4"/>
            <a:endCxn id="18" idx="1"/>
          </p:cNvCxnSpPr>
          <p:nvPr/>
        </p:nvCxnSpPr>
        <p:spPr>
          <a:xfrm>
            <a:off x="5095102" y="3818238"/>
            <a:ext cx="394074" cy="103421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AA740FF0-1E98-87FC-BF73-43B4D85374B4}"/>
              </a:ext>
            </a:extLst>
          </p:cNvPr>
          <p:cNvCxnSpPr>
            <a:stCxn id="9" idx="4"/>
            <a:endCxn id="18" idx="7"/>
          </p:cNvCxnSpPr>
          <p:nvPr/>
        </p:nvCxnSpPr>
        <p:spPr>
          <a:xfrm flipH="1">
            <a:off x="5920228" y="3818237"/>
            <a:ext cx="480572" cy="103421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AAAFCC65-F73C-FFBB-583B-DF999C23BFB2}"/>
              </a:ext>
            </a:extLst>
          </p:cNvPr>
          <p:cNvCxnSpPr>
            <a:cxnSpLocks/>
            <a:stCxn id="6" idx="6"/>
            <a:endCxn id="10" idx="0"/>
          </p:cNvCxnSpPr>
          <p:nvPr/>
        </p:nvCxnSpPr>
        <p:spPr>
          <a:xfrm>
            <a:off x="6705600" y="2162433"/>
            <a:ext cx="1157415" cy="106267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293EF385-0D04-3167-DFBF-2A66257790EE}"/>
              </a:ext>
            </a:extLst>
          </p:cNvPr>
          <p:cNvCxnSpPr>
            <a:stCxn id="8" idx="6"/>
            <a:endCxn id="5" idx="3"/>
          </p:cNvCxnSpPr>
          <p:nvPr/>
        </p:nvCxnSpPr>
        <p:spPr>
          <a:xfrm flipV="1">
            <a:off x="2327189" y="2421561"/>
            <a:ext cx="1110766" cy="50699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9D1ED085-5AA9-5F29-0600-82003E6F0808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3869007" y="1240764"/>
            <a:ext cx="903947" cy="761394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5C696213-67F3-2D6D-8AE5-23D72F39FA14}"/>
              </a:ext>
            </a:extLst>
          </p:cNvPr>
          <p:cNvCxnSpPr>
            <a:cxnSpLocks/>
            <a:stCxn id="6" idx="1"/>
            <a:endCxn id="4" idx="5"/>
          </p:cNvCxnSpPr>
          <p:nvPr/>
        </p:nvCxnSpPr>
        <p:spPr>
          <a:xfrm flipH="1" flipV="1">
            <a:off x="5240607" y="1255907"/>
            <a:ext cx="944667" cy="696824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25E602B1-1C7A-6B90-F4E6-720605400B01}"/>
              </a:ext>
            </a:extLst>
          </p:cNvPr>
          <p:cNvCxnSpPr>
            <a:stCxn id="9" idx="1"/>
            <a:endCxn id="6" idx="3"/>
          </p:cNvCxnSpPr>
          <p:nvPr/>
        </p:nvCxnSpPr>
        <p:spPr>
          <a:xfrm flipV="1">
            <a:off x="6185274" y="2372134"/>
            <a:ext cx="0" cy="939839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8212EBA0-8EA6-9C09-92E0-5F4BF3BCBD91}"/>
              </a:ext>
            </a:extLst>
          </p:cNvPr>
          <p:cNvCxnSpPr>
            <a:stCxn id="18" idx="0"/>
            <a:endCxn id="9" idx="3"/>
          </p:cNvCxnSpPr>
          <p:nvPr/>
        </p:nvCxnSpPr>
        <p:spPr>
          <a:xfrm flipV="1">
            <a:off x="5704702" y="3731376"/>
            <a:ext cx="480572" cy="1034213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389E45C1-2E2C-F1E3-D72D-2A790331163E}"/>
              </a:ext>
            </a:extLst>
          </p:cNvPr>
          <p:cNvCxnSpPr>
            <a:stCxn id="18" idx="0"/>
            <a:endCxn id="7" idx="5"/>
          </p:cNvCxnSpPr>
          <p:nvPr/>
        </p:nvCxnSpPr>
        <p:spPr>
          <a:xfrm flipH="1" flipV="1">
            <a:off x="5310628" y="3731377"/>
            <a:ext cx="394074" cy="1034212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4F6860C6-7FE4-662A-C3A7-1937914DE54F}"/>
              </a:ext>
            </a:extLst>
          </p:cNvPr>
          <p:cNvSpPr txBox="1"/>
          <p:nvPr/>
        </p:nvSpPr>
        <p:spPr>
          <a:xfrm>
            <a:off x="2149450" y="2118282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Req Act/</a:t>
            </a:r>
            <a:r>
              <a:rPr lang="en-US" sz="1200" dirty="0" err="1">
                <a:solidFill>
                  <a:srgbClr val="00B050"/>
                </a:solidFill>
              </a:rPr>
              <a:t>Dea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5D984DE1-1707-28F5-FD5C-E7822688904F}"/>
              </a:ext>
            </a:extLst>
          </p:cNvPr>
          <p:cNvSpPr txBox="1"/>
          <p:nvPr/>
        </p:nvSpPr>
        <p:spPr>
          <a:xfrm>
            <a:off x="4339281" y="1540493"/>
            <a:ext cx="854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Ack/PPS</a:t>
            </a:r>
          </a:p>
        </p:txBody>
      </p:sp>
      <p:cxnSp>
        <p:nvCxnSpPr>
          <p:cNvPr id="74" name="Connettore 2 73">
            <a:extLst>
              <a:ext uri="{FF2B5EF4-FFF2-40B4-BE49-F238E27FC236}">
                <a16:creationId xmlns:a16="http://schemas.microsoft.com/office/drawing/2014/main" id="{4CA0BDED-D608-C734-3569-ED1616A4382B}"/>
              </a:ext>
            </a:extLst>
          </p:cNvPr>
          <p:cNvCxnSpPr>
            <a:cxnSpLocks/>
            <a:stCxn id="18" idx="2"/>
            <a:endCxn id="8" idx="5"/>
          </p:cNvCxnSpPr>
          <p:nvPr/>
        </p:nvCxnSpPr>
        <p:spPr>
          <a:xfrm flipH="1" flipV="1">
            <a:off x="2237915" y="3138252"/>
            <a:ext cx="3161987" cy="19239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6B330CEB-A1C1-17FA-B62B-6DF298B2FF49}"/>
              </a:ext>
            </a:extLst>
          </p:cNvPr>
          <p:cNvSpPr txBox="1"/>
          <p:nvPr/>
        </p:nvSpPr>
        <p:spPr>
          <a:xfrm>
            <a:off x="3467647" y="1044961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Req Act/</a:t>
            </a:r>
            <a:r>
              <a:rPr lang="en-US" sz="1200" dirty="0" err="1">
                <a:solidFill>
                  <a:srgbClr val="00B050"/>
                </a:solidFill>
              </a:rPr>
              <a:t>Dea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FA6AE779-7218-F596-0EB8-5B547739F030}"/>
              </a:ext>
            </a:extLst>
          </p:cNvPr>
          <p:cNvSpPr txBox="1"/>
          <p:nvPr/>
        </p:nvSpPr>
        <p:spPr>
          <a:xfrm>
            <a:off x="2904555" y="4062432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Req Act/</a:t>
            </a:r>
            <a:r>
              <a:rPr lang="en-US" sz="1200" dirty="0" err="1">
                <a:solidFill>
                  <a:srgbClr val="00B050"/>
                </a:solidFill>
              </a:rPr>
              <a:t>Dea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84" name="CasellaDiTesto 83">
            <a:extLst>
              <a:ext uri="{FF2B5EF4-FFF2-40B4-BE49-F238E27FC236}">
                <a16:creationId xmlns:a16="http://schemas.microsoft.com/office/drawing/2014/main" id="{F86934E9-962A-7CC6-A338-1CA7F1318BF7}"/>
              </a:ext>
            </a:extLst>
          </p:cNvPr>
          <p:cNvSpPr txBox="1"/>
          <p:nvPr/>
        </p:nvSpPr>
        <p:spPr>
          <a:xfrm>
            <a:off x="5675401" y="1099753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Req Act/</a:t>
            </a:r>
            <a:r>
              <a:rPr lang="en-US" sz="1200" dirty="0" err="1">
                <a:solidFill>
                  <a:srgbClr val="00B050"/>
                </a:solidFill>
              </a:rPr>
              <a:t>Dea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85" name="CasellaDiTesto 84">
            <a:extLst>
              <a:ext uri="{FF2B5EF4-FFF2-40B4-BE49-F238E27FC236}">
                <a16:creationId xmlns:a16="http://schemas.microsoft.com/office/drawing/2014/main" id="{CEDA9586-B766-7564-E889-319AFB2DF310}"/>
              </a:ext>
            </a:extLst>
          </p:cNvPr>
          <p:cNvSpPr txBox="1"/>
          <p:nvPr/>
        </p:nvSpPr>
        <p:spPr>
          <a:xfrm>
            <a:off x="3398108" y="2876910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Req Act/</a:t>
            </a:r>
            <a:r>
              <a:rPr lang="en-US" sz="1200" dirty="0" err="1">
                <a:solidFill>
                  <a:srgbClr val="00B050"/>
                </a:solidFill>
              </a:rPr>
              <a:t>Dea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E30C2F82-37B3-6E12-D901-42F3FD520FF3}"/>
              </a:ext>
            </a:extLst>
          </p:cNvPr>
          <p:cNvSpPr txBox="1"/>
          <p:nvPr/>
        </p:nvSpPr>
        <p:spPr>
          <a:xfrm>
            <a:off x="6099683" y="4235550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Req Act/</a:t>
            </a:r>
            <a:r>
              <a:rPr lang="en-US" sz="1200" dirty="0" err="1">
                <a:solidFill>
                  <a:srgbClr val="00B050"/>
                </a:solidFill>
              </a:rPr>
              <a:t>Dea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FA01B911-0605-7332-8FFD-D7EB582A4CF0}"/>
              </a:ext>
            </a:extLst>
          </p:cNvPr>
          <p:cNvSpPr txBox="1"/>
          <p:nvPr/>
        </p:nvSpPr>
        <p:spPr>
          <a:xfrm>
            <a:off x="4212265" y="3815841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Req Act/</a:t>
            </a:r>
            <a:r>
              <a:rPr lang="en-US" sz="1200" dirty="0" err="1">
                <a:solidFill>
                  <a:srgbClr val="00B050"/>
                </a:solidFill>
              </a:rPr>
              <a:t>Dea</a:t>
            </a:r>
            <a:endParaRPr lang="en-US" sz="1200" dirty="0">
              <a:solidFill>
                <a:srgbClr val="00B050"/>
              </a:solidFill>
            </a:endParaRPr>
          </a:p>
        </p:txBody>
      </p:sp>
      <p:cxnSp>
        <p:nvCxnSpPr>
          <p:cNvPr id="92" name="Connettore 2 91">
            <a:extLst>
              <a:ext uri="{FF2B5EF4-FFF2-40B4-BE49-F238E27FC236}">
                <a16:creationId xmlns:a16="http://schemas.microsoft.com/office/drawing/2014/main" id="{2FA11423-8173-AE08-A305-55B2D2434E49}"/>
              </a:ext>
            </a:extLst>
          </p:cNvPr>
          <p:cNvCxnSpPr>
            <a:cxnSpLocks/>
            <a:stCxn id="8" idx="6"/>
            <a:endCxn id="18" idx="1"/>
          </p:cNvCxnSpPr>
          <p:nvPr/>
        </p:nvCxnSpPr>
        <p:spPr>
          <a:xfrm>
            <a:off x="2327189" y="2928551"/>
            <a:ext cx="3161987" cy="19238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8" name="CasellaDiTesto 97">
            <a:extLst>
              <a:ext uri="{FF2B5EF4-FFF2-40B4-BE49-F238E27FC236}">
                <a16:creationId xmlns:a16="http://schemas.microsoft.com/office/drawing/2014/main" id="{7BB452E1-9703-BA94-EEBE-16886D3D2A86}"/>
              </a:ext>
            </a:extLst>
          </p:cNvPr>
          <p:cNvSpPr txBox="1"/>
          <p:nvPr/>
        </p:nvSpPr>
        <p:spPr>
          <a:xfrm>
            <a:off x="4311086" y="2500060"/>
            <a:ext cx="854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Ack/PPS</a:t>
            </a:r>
          </a:p>
        </p:txBody>
      </p:sp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E0D3AA62-B300-9178-5CD3-EDF43BFFA023}"/>
              </a:ext>
            </a:extLst>
          </p:cNvPr>
          <p:cNvSpPr txBox="1"/>
          <p:nvPr/>
        </p:nvSpPr>
        <p:spPr>
          <a:xfrm>
            <a:off x="2959050" y="2534596"/>
            <a:ext cx="854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Ack/PPS</a:t>
            </a:r>
          </a:p>
        </p:txBody>
      </p:sp>
      <p:sp>
        <p:nvSpPr>
          <p:cNvPr id="100" name="CasellaDiTesto 99">
            <a:extLst>
              <a:ext uri="{FF2B5EF4-FFF2-40B4-BE49-F238E27FC236}">
                <a16:creationId xmlns:a16="http://schemas.microsoft.com/office/drawing/2014/main" id="{ABAD24D2-8C31-E378-A1BA-0A314B6A76FB}"/>
              </a:ext>
            </a:extLst>
          </p:cNvPr>
          <p:cNvSpPr txBox="1"/>
          <p:nvPr/>
        </p:nvSpPr>
        <p:spPr>
          <a:xfrm>
            <a:off x="3386434" y="3338148"/>
            <a:ext cx="854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Ack/PPS</a:t>
            </a:r>
          </a:p>
        </p:txBody>
      </p:sp>
      <p:sp>
        <p:nvSpPr>
          <p:cNvPr id="101" name="CasellaDiTesto 100">
            <a:extLst>
              <a:ext uri="{FF2B5EF4-FFF2-40B4-BE49-F238E27FC236}">
                <a16:creationId xmlns:a16="http://schemas.microsoft.com/office/drawing/2014/main" id="{931FE4AC-DA27-E19C-99E0-FCB590B5AAF5}"/>
              </a:ext>
            </a:extLst>
          </p:cNvPr>
          <p:cNvSpPr txBox="1"/>
          <p:nvPr/>
        </p:nvSpPr>
        <p:spPr>
          <a:xfrm>
            <a:off x="5217953" y="1737812"/>
            <a:ext cx="854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Ack/PPS</a:t>
            </a:r>
          </a:p>
        </p:txBody>
      </p:sp>
      <p:sp>
        <p:nvSpPr>
          <p:cNvPr id="102" name="CasellaDiTesto 101">
            <a:extLst>
              <a:ext uri="{FF2B5EF4-FFF2-40B4-BE49-F238E27FC236}">
                <a16:creationId xmlns:a16="http://schemas.microsoft.com/office/drawing/2014/main" id="{1FE73653-4D9A-1BD6-CEF8-473FAB6237DA}"/>
              </a:ext>
            </a:extLst>
          </p:cNvPr>
          <p:cNvSpPr txBox="1"/>
          <p:nvPr/>
        </p:nvSpPr>
        <p:spPr>
          <a:xfrm>
            <a:off x="5453090" y="2657482"/>
            <a:ext cx="854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Ack/PPS</a:t>
            </a:r>
          </a:p>
        </p:txBody>
      </p: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D8B4F603-3461-1656-5800-102E3B8CE950}"/>
              </a:ext>
            </a:extLst>
          </p:cNvPr>
          <p:cNvSpPr txBox="1"/>
          <p:nvPr/>
        </p:nvSpPr>
        <p:spPr>
          <a:xfrm>
            <a:off x="5317210" y="3670010"/>
            <a:ext cx="854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Ack/PPS</a:t>
            </a:r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4784AB5F-DD48-B5DD-C800-8D799B693FF5}"/>
              </a:ext>
            </a:extLst>
          </p:cNvPr>
          <p:cNvSpPr txBox="1"/>
          <p:nvPr/>
        </p:nvSpPr>
        <p:spPr>
          <a:xfrm>
            <a:off x="5323792" y="3917480"/>
            <a:ext cx="854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Ack/PPS</a:t>
            </a:r>
          </a:p>
        </p:txBody>
      </p:sp>
      <p:cxnSp>
        <p:nvCxnSpPr>
          <p:cNvPr id="2" name="Connettore 2 1">
            <a:extLst>
              <a:ext uri="{FF2B5EF4-FFF2-40B4-BE49-F238E27FC236}">
                <a16:creationId xmlns:a16="http://schemas.microsoft.com/office/drawing/2014/main" id="{F6360FA7-07F9-06AE-0534-401B075964B1}"/>
              </a:ext>
            </a:extLst>
          </p:cNvPr>
          <p:cNvCxnSpPr>
            <a:cxnSpLocks/>
            <a:stCxn id="7" idx="1"/>
            <a:endCxn id="5" idx="6"/>
          </p:cNvCxnSpPr>
          <p:nvPr/>
        </p:nvCxnSpPr>
        <p:spPr>
          <a:xfrm flipH="1" flipV="1">
            <a:off x="3958281" y="2211860"/>
            <a:ext cx="921295" cy="1100114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E965C08-91FE-755C-1867-451F7F6D9C46}"/>
              </a:ext>
            </a:extLst>
          </p:cNvPr>
          <p:cNvSpPr txBox="1"/>
          <p:nvPr/>
        </p:nvSpPr>
        <p:spPr>
          <a:xfrm>
            <a:off x="8262551" y="3225112"/>
            <a:ext cx="2331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Device </a:t>
            </a:r>
            <a:r>
              <a:rPr lang="en-US" dirty="0">
                <a:sym typeface="Wingdings" panose="05000000000000000000" pitchFamily="2" charset="2"/>
              </a:rPr>
              <a:t> 4 Bytes ID</a:t>
            </a:r>
            <a:endParaRPr lang="en-US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3904EE7-2C56-08E4-B12B-9FF68E67C864}"/>
              </a:ext>
            </a:extLst>
          </p:cNvPr>
          <p:cNvSpPr txBox="1"/>
          <p:nvPr/>
        </p:nvSpPr>
        <p:spPr>
          <a:xfrm>
            <a:off x="8722525" y="4877485"/>
            <a:ext cx="1021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Device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689414C-B50B-F07A-5D84-DF992B4C32C5}"/>
              </a:ext>
            </a:extLst>
          </p:cNvPr>
          <p:cNvSpPr txBox="1"/>
          <p:nvPr/>
        </p:nvSpPr>
        <p:spPr>
          <a:xfrm>
            <a:off x="6741765" y="1569999"/>
            <a:ext cx="2144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 host </a:t>
            </a:r>
            <a:r>
              <a:rPr lang="en-US" dirty="0">
                <a:sym typeface="Wingdings" panose="05000000000000000000" pitchFamily="2" charset="2"/>
              </a:rPr>
              <a:t> IP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964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37087F1A-6CD5-AA01-8B04-EFE376E5971D}"/>
              </a:ext>
            </a:extLst>
          </p:cNvPr>
          <p:cNvSpPr/>
          <p:nvPr/>
        </p:nvSpPr>
        <p:spPr>
          <a:xfrm>
            <a:off x="1005016" y="2125362"/>
            <a:ext cx="4481384" cy="19523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C833DEBD-D078-4B5F-7677-42EE33554081}"/>
              </a:ext>
            </a:extLst>
          </p:cNvPr>
          <p:cNvSpPr/>
          <p:nvPr/>
        </p:nvSpPr>
        <p:spPr>
          <a:xfrm>
            <a:off x="4328983" y="2248928"/>
            <a:ext cx="955589" cy="1705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HostIf</a:t>
            </a:r>
            <a:endParaRPr lang="en-US" dirty="0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8A99DC65-4511-57CC-6907-EA9C9465C4B7}"/>
              </a:ext>
            </a:extLst>
          </p:cNvPr>
          <p:cNvSpPr/>
          <p:nvPr/>
        </p:nvSpPr>
        <p:spPr>
          <a:xfrm>
            <a:off x="2467232" y="2471350"/>
            <a:ext cx="1433384" cy="12603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Internal</a:t>
            </a:r>
          </a:p>
          <a:p>
            <a:pPr algn="ctr"/>
            <a:r>
              <a:rPr lang="en-US" dirty="0"/>
              <a:t>Logic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0D278934-6275-AB2A-6EA7-4464BA57F556}"/>
              </a:ext>
            </a:extLst>
          </p:cNvPr>
          <p:cNvSpPr/>
          <p:nvPr/>
        </p:nvSpPr>
        <p:spPr>
          <a:xfrm>
            <a:off x="1103870" y="2220097"/>
            <a:ext cx="1145060" cy="17628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MsgHandler</a:t>
            </a:r>
            <a:endParaRPr lang="en-US" sz="120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2D442E6-06BB-1255-FE65-CF64C89F07BB}"/>
              </a:ext>
            </a:extLst>
          </p:cNvPr>
          <p:cNvSpPr/>
          <p:nvPr/>
        </p:nvSpPr>
        <p:spPr>
          <a:xfrm>
            <a:off x="6339015" y="2125362"/>
            <a:ext cx="4271319" cy="19523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C012FD3D-3872-E34B-D1FD-51A99AB35299}"/>
              </a:ext>
            </a:extLst>
          </p:cNvPr>
          <p:cNvSpPr/>
          <p:nvPr/>
        </p:nvSpPr>
        <p:spPr>
          <a:xfrm>
            <a:off x="9465275" y="2248928"/>
            <a:ext cx="955589" cy="1705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HostIf</a:t>
            </a:r>
            <a:endParaRPr lang="en-US" dirty="0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AD889240-EE57-1B40-15F5-77A960FFF36D}"/>
              </a:ext>
            </a:extLst>
          </p:cNvPr>
          <p:cNvSpPr/>
          <p:nvPr/>
        </p:nvSpPr>
        <p:spPr>
          <a:xfrm>
            <a:off x="7772400" y="2619632"/>
            <a:ext cx="1433384" cy="9597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Internal</a:t>
            </a:r>
          </a:p>
          <a:p>
            <a:pPr algn="ctr"/>
            <a:r>
              <a:rPr lang="en-US" dirty="0"/>
              <a:t>Logic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26E008F3-3BF2-2689-53AA-85C91EB1CC5F}"/>
              </a:ext>
            </a:extLst>
          </p:cNvPr>
          <p:cNvSpPr/>
          <p:nvPr/>
        </p:nvSpPr>
        <p:spPr>
          <a:xfrm>
            <a:off x="6437870" y="2220097"/>
            <a:ext cx="1145060" cy="17628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MsgHandler</a:t>
            </a:r>
            <a:endParaRPr lang="en-US" sz="1200" dirty="0"/>
          </a:p>
        </p:txBody>
      </p:sp>
      <p:cxnSp>
        <p:nvCxnSpPr>
          <p:cNvPr id="18" name="Connettore a gomito 17">
            <a:extLst>
              <a:ext uri="{FF2B5EF4-FFF2-40B4-BE49-F238E27FC236}">
                <a16:creationId xmlns:a16="http://schemas.microsoft.com/office/drawing/2014/main" id="{4A5BDBFA-8058-49DD-45C9-E9F967F37F09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 flipV="1">
            <a:off x="2248930" y="3101545"/>
            <a:ext cx="218302" cy="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nettore a gomito 23">
            <a:extLst>
              <a:ext uri="{FF2B5EF4-FFF2-40B4-BE49-F238E27FC236}">
                <a16:creationId xmlns:a16="http://schemas.microsoft.com/office/drawing/2014/main" id="{3E59A815-D618-61F2-360C-955B63B61142}"/>
              </a:ext>
            </a:extLst>
          </p:cNvPr>
          <p:cNvCxnSpPr>
            <a:stCxn id="7" idx="3"/>
            <a:endCxn id="6" idx="1"/>
          </p:cNvCxnSpPr>
          <p:nvPr/>
        </p:nvCxnSpPr>
        <p:spPr>
          <a:xfrm flipV="1">
            <a:off x="3900616" y="3101544"/>
            <a:ext cx="428367" cy="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Connettore a gomito 25">
            <a:extLst>
              <a:ext uri="{FF2B5EF4-FFF2-40B4-BE49-F238E27FC236}">
                <a16:creationId xmlns:a16="http://schemas.microsoft.com/office/drawing/2014/main" id="{44A62074-990B-2F6D-D438-D4F089CD8562}"/>
              </a:ext>
            </a:extLst>
          </p:cNvPr>
          <p:cNvCxnSpPr>
            <a:stCxn id="6" idx="3"/>
            <a:endCxn id="16" idx="1"/>
          </p:cNvCxnSpPr>
          <p:nvPr/>
        </p:nvCxnSpPr>
        <p:spPr>
          <a:xfrm>
            <a:off x="5284572" y="3101544"/>
            <a:ext cx="1153298" cy="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DD51D1D6-9B43-2E45-96A3-54A4372321B8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7582930" y="3099486"/>
            <a:ext cx="189470" cy="206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Connettore a gomito 30">
            <a:extLst>
              <a:ext uri="{FF2B5EF4-FFF2-40B4-BE49-F238E27FC236}">
                <a16:creationId xmlns:a16="http://schemas.microsoft.com/office/drawing/2014/main" id="{88D9A46D-BDAC-189B-B069-65F4C9FF050A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>
            <a:off x="9205784" y="3099486"/>
            <a:ext cx="259491" cy="205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ttore a gomito 45">
            <a:extLst>
              <a:ext uri="{FF2B5EF4-FFF2-40B4-BE49-F238E27FC236}">
                <a16:creationId xmlns:a16="http://schemas.microsoft.com/office/drawing/2014/main" id="{9D5BD493-19D7-3CA7-8D89-3E853857AE85}"/>
              </a:ext>
            </a:extLst>
          </p:cNvPr>
          <p:cNvCxnSpPr>
            <a:stCxn id="14" idx="2"/>
            <a:endCxn id="8" idx="2"/>
          </p:cNvCxnSpPr>
          <p:nvPr/>
        </p:nvCxnSpPr>
        <p:spPr>
          <a:xfrm rot="5400000">
            <a:off x="5795318" y="-164758"/>
            <a:ext cx="28834" cy="8266670"/>
          </a:xfrm>
          <a:prstGeom prst="bentConnector3">
            <a:avLst>
              <a:gd name="adj1" fmla="val 2549865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8802B060-B8F8-81FB-9628-10DA1F1A0C91}"/>
              </a:ext>
            </a:extLst>
          </p:cNvPr>
          <p:cNvSpPr txBox="1"/>
          <p:nvPr/>
        </p:nvSpPr>
        <p:spPr>
          <a:xfrm>
            <a:off x="5636740" y="2712991"/>
            <a:ext cx="572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5B7014EF-8B4E-5F62-CBB9-D3189BC74AC9}"/>
              </a:ext>
            </a:extLst>
          </p:cNvPr>
          <p:cNvSpPr txBox="1"/>
          <p:nvPr/>
        </p:nvSpPr>
        <p:spPr>
          <a:xfrm>
            <a:off x="5200135" y="4349580"/>
            <a:ext cx="1237735" cy="366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Ack/PPSC</a:t>
            </a:r>
          </a:p>
        </p:txBody>
      </p: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D3D29BF7-B228-6A18-702B-89DC41EFA7F4}"/>
              </a:ext>
            </a:extLst>
          </p:cNvPr>
          <p:cNvCxnSpPr>
            <a:stCxn id="14" idx="3"/>
          </p:cNvCxnSpPr>
          <p:nvPr/>
        </p:nvCxnSpPr>
        <p:spPr>
          <a:xfrm flipV="1">
            <a:off x="10420864" y="3099485"/>
            <a:ext cx="659028" cy="20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Connettore a gomito 52">
            <a:extLst>
              <a:ext uri="{FF2B5EF4-FFF2-40B4-BE49-F238E27FC236}">
                <a16:creationId xmlns:a16="http://schemas.microsoft.com/office/drawing/2014/main" id="{C5E3D7F8-0417-022D-F70B-B1BB94EF105D}"/>
              </a:ext>
            </a:extLst>
          </p:cNvPr>
          <p:cNvCxnSpPr>
            <a:stCxn id="6" idx="0"/>
          </p:cNvCxnSpPr>
          <p:nvPr/>
        </p:nvCxnSpPr>
        <p:spPr>
          <a:xfrm rot="16200000" flipV="1">
            <a:off x="3231293" y="673443"/>
            <a:ext cx="1005014" cy="214595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D9AA3648-A32F-AD67-E949-E9ECFC7BF72E}"/>
              </a:ext>
            </a:extLst>
          </p:cNvPr>
          <p:cNvCxnSpPr>
            <a:endCxn id="8" idx="1"/>
          </p:cNvCxnSpPr>
          <p:nvPr/>
        </p:nvCxnSpPr>
        <p:spPr>
          <a:xfrm>
            <a:off x="271849" y="3099485"/>
            <a:ext cx="832021" cy="20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050ED9A3-0CC7-4B29-D764-077146D6D65D}"/>
              </a:ext>
            </a:extLst>
          </p:cNvPr>
          <p:cNvSpPr txBox="1"/>
          <p:nvPr/>
        </p:nvSpPr>
        <p:spPr>
          <a:xfrm>
            <a:off x="255373" y="2619632"/>
            <a:ext cx="65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40140331-D352-D5A8-381F-E718A711E08B}"/>
              </a:ext>
            </a:extLst>
          </p:cNvPr>
          <p:cNvSpPr txBox="1"/>
          <p:nvPr/>
        </p:nvSpPr>
        <p:spPr>
          <a:xfrm>
            <a:off x="10610334" y="2619632"/>
            <a:ext cx="65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</a:t>
            </a: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43C66229-864A-5D43-505D-DFB077500116}"/>
              </a:ext>
            </a:extLst>
          </p:cNvPr>
          <p:cNvSpPr txBox="1"/>
          <p:nvPr/>
        </p:nvSpPr>
        <p:spPr>
          <a:xfrm>
            <a:off x="3245708" y="823782"/>
            <a:ext cx="1280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Ack/PPSC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802F2268-7A9C-7721-E98F-8E15EA13E033}"/>
              </a:ext>
            </a:extLst>
          </p:cNvPr>
          <p:cNvSpPr txBox="1"/>
          <p:nvPr/>
        </p:nvSpPr>
        <p:spPr>
          <a:xfrm>
            <a:off x="1005015" y="1696302"/>
            <a:ext cx="114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SPM .2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71630985-779C-C59C-7D73-C699BB7BC9D2}"/>
              </a:ext>
            </a:extLst>
          </p:cNvPr>
          <p:cNvSpPr txBox="1"/>
          <p:nvPr/>
        </p:nvSpPr>
        <p:spPr>
          <a:xfrm>
            <a:off x="6318418" y="1708663"/>
            <a:ext cx="100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SPM .5</a:t>
            </a:r>
          </a:p>
        </p:txBody>
      </p:sp>
    </p:spTree>
    <p:extLst>
      <p:ext uri="{BB962C8B-B14F-4D97-AF65-F5344CB8AC3E}">
        <p14:creationId xmlns:p14="http://schemas.microsoft.com/office/powerpoint/2010/main" val="430623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100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Pinti Giovanni (ETAS-VOS/XPC-Tn1)</dc:creator>
  <cp:lastModifiedBy>Pinti Giovanni (ETAS-VOS/XPC-Tn1)</cp:lastModifiedBy>
  <cp:revision>2</cp:revision>
  <dcterms:created xsi:type="dcterms:W3CDTF">2023-10-31T17:23:53Z</dcterms:created>
  <dcterms:modified xsi:type="dcterms:W3CDTF">2023-11-03T10:32:22Z</dcterms:modified>
</cp:coreProperties>
</file>