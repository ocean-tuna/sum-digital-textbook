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304-5A41-42D6-B188-484F9257215E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82D3-29A6-465A-BD9E-B281E392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5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304-5A41-42D6-B188-484F9257215E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82D3-29A6-465A-BD9E-B281E392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24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304-5A41-42D6-B188-484F9257215E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82D3-29A6-465A-BD9E-B281E392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10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304-5A41-42D6-B188-484F9257215E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82D3-29A6-465A-BD9E-B281E392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98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304-5A41-42D6-B188-484F9257215E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82D3-29A6-465A-BD9E-B281E392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80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304-5A41-42D6-B188-484F9257215E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82D3-29A6-465A-BD9E-B281E392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2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304-5A41-42D6-B188-484F9257215E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82D3-29A6-465A-BD9E-B281E392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29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304-5A41-42D6-B188-484F9257215E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82D3-29A6-465A-BD9E-B281E392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14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304-5A41-42D6-B188-484F9257215E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82D3-29A6-465A-BD9E-B281E392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79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304-5A41-42D6-B188-484F9257215E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82D3-29A6-465A-BD9E-B281E392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906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304-5A41-42D6-B188-484F9257215E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682D3-29A6-465A-BD9E-B281E392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329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B2304-5A41-42D6-B188-484F9257215E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682D3-29A6-465A-BD9E-B281E392F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416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78527" y="288247"/>
            <a:ext cx="8234093" cy="6395582"/>
            <a:chOff x="178527" y="288247"/>
            <a:chExt cx="8234093" cy="6395582"/>
          </a:xfrm>
        </p:grpSpPr>
        <p:sp>
          <p:nvSpPr>
            <p:cNvPr id="31" name="Text Box 108"/>
            <p:cNvSpPr txBox="1"/>
            <p:nvPr/>
          </p:nvSpPr>
          <p:spPr>
            <a:xfrm>
              <a:off x="1949633" y="1282294"/>
              <a:ext cx="1670276" cy="25717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ts val="1100"/>
                </a:lnSpc>
                <a:spcAft>
                  <a:spcPts val="400"/>
                </a:spcAft>
              </a:pPr>
              <a:r>
                <a:rPr lang="en-US" sz="600" noProof="1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SUSD_DIAG_PermitExecution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8" name="Straight Arrow Connector 217"/>
            <p:cNvCxnSpPr/>
            <p:nvPr/>
          </p:nvCxnSpPr>
          <p:spPr>
            <a:xfrm flipH="1">
              <a:off x="5422990" y="2370203"/>
              <a:ext cx="180594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 Box 116"/>
            <p:cNvSpPr txBox="1"/>
            <p:nvPr/>
          </p:nvSpPr>
          <p:spPr>
            <a:xfrm>
              <a:off x="1977728" y="1642817"/>
              <a:ext cx="1749813" cy="25717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ts val="1100"/>
                </a:lnSpc>
                <a:spcAft>
                  <a:spcPts val="400"/>
                </a:spcAft>
              </a:pPr>
              <a:r>
                <a:rPr lang="en-US" sz="600" noProof="1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SUSD_Vehicle_Power_Mode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78527" y="6290540"/>
              <a:ext cx="2036157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Dcm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144"/>
            <p:cNvSpPr txBox="1"/>
            <p:nvPr/>
          </p:nvSpPr>
          <p:spPr>
            <a:xfrm>
              <a:off x="5502522" y="288247"/>
              <a:ext cx="1642110" cy="32385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effectLst/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ERRH_DIAG_DTCSettingEnabledBy85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 Box 117"/>
            <p:cNvSpPr txBox="1"/>
            <p:nvPr/>
          </p:nvSpPr>
          <p:spPr>
            <a:xfrm>
              <a:off x="5521609" y="2873280"/>
              <a:ext cx="1685138" cy="25717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SSC_DIAG_ReadMemorySecurityVerification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109"/>
            <p:cNvSpPr txBox="1"/>
            <p:nvPr/>
          </p:nvSpPr>
          <p:spPr>
            <a:xfrm>
              <a:off x="2152106" y="296411"/>
              <a:ext cx="1495425" cy="25717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DIAG_ECUResetRequest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632291" y="327890"/>
              <a:ext cx="1800225" cy="48682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effectLst/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SUM_DIAG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776762" y="6290540"/>
              <a:ext cx="1635858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BswM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003929" y="6302829"/>
              <a:ext cx="1323766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Dem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08530" y="289790"/>
              <a:ext cx="1162800" cy="39052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effectLst/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SUM_SOH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08531" y="937490"/>
              <a:ext cx="1162050" cy="12763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effectLst/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SUM_SUSD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197786" y="2931610"/>
              <a:ext cx="1067525" cy="15252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effectLst/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SUM_SSC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197786" y="1761727"/>
              <a:ext cx="1050320" cy="83554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effectLst/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SUM_SSM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197786" y="1072384"/>
              <a:ext cx="1050320" cy="4381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effectLst/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SUM_PNC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200356" y="291220"/>
              <a:ext cx="1047750" cy="541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effectLst/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SUM_ERRH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>
              <a:off x="1957795" y="490721"/>
              <a:ext cx="1674000" cy="0"/>
            </a:xfrm>
            <a:prstGeom prst="straightConnector1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>
              <a:off x="1969225" y="1847127"/>
              <a:ext cx="16740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1967319" y="1475653"/>
              <a:ext cx="16740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 Box 128"/>
            <p:cNvSpPr txBox="1"/>
            <p:nvPr/>
          </p:nvSpPr>
          <p:spPr>
            <a:xfrm>
              <a:off x="5444824" y="1090523"/>
              <a:ext cx="1645920" cy="25717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effectLst/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DIAG_DisableNormalComm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2" name="Straight Arrow Connector 81"/>
            <p:cNvCxnSpPr/>
            <p:nvPr/>
          </p:nvCxnSpPr>
          <p:spPr>
            <a:xfrm flipH="1">
              <a:off x="1966349" y="1121342"/>
              <a:ext cx="16740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Elbow Connector 95"/>
            <p:cNvCxnSpPr/>
            <p:nvPr/>
          </p:nvCxnSpPr>
          <p:spPr>
            <a:xfrm rot="10800000" flipV="1">
              <a:off x="744458" y="3605612"/>
              <a:ext cx="2873537" cy="2683858"/>
            </a:xfrm>
            <a:prstGeom prst="bentConnector3">
              <a:avLst>
                <a:gd name="adj1" fmla="val 100119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 Box 117_"/>
            <p:cNvSpPr txBox="1"/>
            <p:nvPr/>
          </p:nvSpPr>
          <p:spPr>
            <a:xfrm>
              <a:off x="1327724" y="3883805"/>
              <a:ext cx="2184425" cy="211222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DIAG_DynamicallyDefineDataIdentifier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5" name="Elbow Connector 114"/>
            <p:cNvCxnSpPr/>
            <p:nvPr/>
          </p:nvCxnSpPr>
          <p:spPr>
            <a:xfrm rot="10800000" flipV="1">
              <a:off x="536848" y="3305287"/>
              <a:ext cx="3088295" cy="2969385"/>
            </a:xfrm>
            <a:prstGeom prst="bentConnector3">
              <a:avLst>
                <a:gd name="adj1" fmla="val 100335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Elbow Connector 132"/>
            <p:cNvCxnSpPr/>
            <p:nvPr/>
          </p:nvCxnSpPr>
          <p:spPr>
            <a:xfrm rot="10800000" flipV="1">
              <a:off x="932907" y="3852139"/>
              <a:ext cx="2708913" cy="2442743"/>
            </a:xfrm>
            <a:prstGeom prst="bentConnector3">
              <a:avLst>
                <a:gd name="adj1" fmla="val 99789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Elbow Connector 140"/>
            <p:cNvCxnSpPr/>
            <p:nvPr/>
          </p:nvCxnSpPr>
          <p:spPr>
            <a:xfrm rot="10800000" flipV="1">
              <a:off x="1175048" y="4090377"/>
              <a:ext cx="2444074" cy="2220372"/>
            </a:xfrm>
            <a:prstGeom prst="bentConnector3">
              <a:avLst>
                <a:gd name="adj1" fmla="val 100196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Text Box 117__"/>
            <p:cNvSpPr txBox="1"/>
            <p:nvPr/>
          </p:nvSpPr>
          <p:spPr>
            <a:xfrm>
              <a:off x="1458532" y="4163365"/>
              <a:ext cx="1775770" cy="211222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DIAG_CommunicationControl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7" name="Elbow Connector 146"/>
            <p:cNvCxnSpPr/>
            <p:nvPr/>
          </p:nvCxnSpPr>
          <p:spPr>
            <a:xfrm rot="10800000" flipV="1">
              <a:off x="1422153" y="4369344"/>
              <a:ext cx="2219671" cy="1917617"/>
            </a:xfrm>
            <a:prstGeom prst="bentConnector3">
              <a:avLst>
                <a:gd name="adj1" fmla="val 99778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lbow Connector 151"/>
            <p:cNvCxnSpPr/>
            <p:nvPr/>
          </p:nvCxnSpPr>
          <p:spPr>
            <a:xfrm rot="10800000" flipV="1">
              <a:off x="1612991" y="4604495"/>
              <a:ext cx="2005978" cy="1708113"/>
            </a:xfrm>
            <a:prstGeom prst="bentConnector3">
              <a:avLst>
                <a:gd name="adj1" fmla="val 100142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Text Box 117___"/>
            <p:cNvSpPr txBox="1"/>
            <p:nvPr/>
          </p:nvSpPr>
          <p:spPr>
            <a:xfrm>
              <a:off x="1958660" y="4400016"/>
              <a:ext cx="1012060" cy="211222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DIAG_EcuReset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Text Box 117____"/>
            <p:cNvSpPr txBox="1"/>
            <p:nvPr/>
          </p:nvSpPr>
          <p:spPr>
            <a:xfrm>
              <a:off x="1376549" y="3632100"/>
              <a:ext cx="1775770" cy="211222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DIAG_DiagnosticSessionControl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Text Box 117_____"/>
            <p:cNvSpPr txBox="1"/>
            <p:nvPr/>
          </p:nvSpPr>
          <p:spPr>
            <a:xfrm>
              <a:off x="1236453" y="3366033"/>
              <a:ext cx="2376487" cy="211222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DIAG_ReadMemorybyAddress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4" name="Straight Arrow Connector 193"/>
            <p:cNvCxnSpPr/>
            <p:nvPr/>
          </p:nvCxnSpPr>
          <p:spPr>
            <a:xfrm flipH="1">
              <a:off x="5433786" y="508865"/>
              <a:ext cx="17640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/>
            <p:cNvCxnSpPr>
              <a:endCxn id="40" idx="1"/>
            </p:cNvCxnSpPr>
            <p:nvPr/>
          </p:nvCxnSpPr>
          <p:spPr>
            <a:xfrm>
              <a:off x="5440136" y="1291459"/>
              <a:ext cx="175765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 flipH="1">
              <a:off x="6946990" y="680315"/>
              <a:ext cx="1" cy="137590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/>
            <p:cNvCxnSpPr/>
            <p:nvPr/>
          </p:nvCxnSpPr>
          <p:spPr>
            <a:xfrm>
              <a:off x="6946990" y="680315"/>
              <a:ext cx="2520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Arrow Connector 211"/>
            <p:cNvCxnSpPr/>
            <p:nvPr/>
          </p:nvCxnSpPr>
          <p:spPr>
            <a:xfrm>
              <a:off x="6946991" y="2045269"/>
              <a:ext cx="27241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Text Box 109_"/>
            <p:cNvSpPr txBox="1"/>
            <p:nvPr/>
          </p:nvSpPr>
          <p:spPr>
            <a:xfrm>
              <a:off x="5488413" y="2162316"/>
              <a:ext cx="1730993" cy="19335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SSM_OTA_PSF_Availability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Text Box 109__"/>
            <p:cNvSpPr txBox="1"/>
            <p:nvPr/>
          </p:nvSpPr>
          <p:spPr>
            <a:xfrm>
              <a:off x="5497116" y="4445911"/>
              <a:ext cx="2915503" cy="140298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ts val="1100"/>
                </a:lnSpc>
                <a:spcAft>
                  <a:spcPts val="400"/>
                </a:spcAft>
              </a:pPr>
              <a:r>
                <a:rPr lang="en-US" sz="600" noProof="1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DIAG_BswM_Dcm_CommunicationMode_CurrentState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4" name="Straight Connector 253"/>
            <p:cNvCxnSpPr/>
            <p:nvPr/>
          </p:nvCxnSpPr>
          <p:spPr>
            <a:xfrm>
              <a:off x="7739570" y="4665688"/>
              <a:ext cx="1334" cy="162919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Arrow Connector 255"/>
            <p:cNvCxnSpPr/>
            <p:nvPr/>
          </p:nvCxnSpPr>
          <p:spPr>
            <a:xfrm flipH="1" flipV="1">
              <a:off x="5413467" y="4665688"/>
              <a:ext cx="232028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Text Box 109___"/>
            <p:cNvSpPr txBox="1"/>
            <p:nvPr/>
          </p:nvSpPr>
          <p:spPr>
            <a:xfrm>
              <a:off x="5521609" y="4686288"/>
              <a:ext cx="1255154" cy="19335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ts val="1100"/>
                </a:lnSpc>
                <a:spcAft>
                  <a:spcPts val="400"/>
                </a:spcAft>
              </a:pPr>
              <a:r>
                <a:rPr lang="en-US" sz="600" noProof="1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BswM_DiagSession</a:t>
              </a:r>
            </a:p>
          </p:txBody>
        </p:sp>
        <p:cxnSp>
          <p:nvCxnSpPr>
            <p:cNvPr id="5" name="Straight Arrow Connector 4"/>
            <p:cNvCxnSpPr/>
            <p:nvPr/>
          </p:nvCxnSpPr>
          <p:spPr>
            <a:xfrm flipH="1">
              <a:off x="5439664" y="4884830"/>
              <a:ext cx="198617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 Box 109_____"/>
            <p:cNvSpPr txBox="1"/>
            <p:nvPr/>
          </p:nvSpPr>
          <p:spPr>
            <a:xfrm>
              <a:off x="527325" y="3103846"/>
              <a:ext cx="3153716" cy="212227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ts val="1100"/>
                </a:lnSpc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DataServices_DID_F1A0_ManufacturerEnableCounter_0_0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4" name="Straight Arrow Connector 263"/>
            <p:cNvCxnSpPr/>
            <p:nvPr/>
          </p:nvCxnSpPr>
          <p:spPr>
            <a:xfrm>
              <a:off x="3811412" y="5189730"/>
              <a:ext cx="0" cy="111463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Text Box 109______"/>
            <p:cNvSpPr txBox="1"/>
            <p:nvPr/>
          </p:nvSpPr>
          <p:spPr>
            <a:xfrm>
              <a:off x="2350687" y="5762207"/>
              <a:ext cx="1612481" cy="318309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ts val="1100"/>
                </a:lnSpc>
                <a:spcAft>
                  <a:spcPts val="400"/>
                </a:spcAft>
              </a:pPr>
              <a:r>
                <a:rPr lang="en-US" sz="600" noProof="1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EnableCondition_OTA_PSF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7" name="Straight Connector 256"/>
            <p:cNvCxnSpPr/>
            <p:nvPr/>
          </p:nvCxnSpPr>
          <p:spPr>
            <a:xfrm flipH="1" flipV="1">
              <a:off x="7425839" y="4884830"/>
              <a:ext cx="1376" cy="141526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5422990" y="3077339"/>
              <a:ext cx="180594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 flipH="1">
              <a:off x="5422990" y="3580416"/>
              <a:ext cx="1764000" cy="0"/>
            </a:xfrm>
            <a:prstGeom prst="straightConnector1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flipH="1">
              <a:off x="5423879" y="3326363"/>
              <a:ext cx="1764000" cy="0"/>
            </a:xfrm>
            <a:prstGeom prst="straightConnector1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 Box 109_______"/>
            <p:cNvSpPr txBox="1"/>
            <p:nvPr/>
          </p:nvSpPr>
          <p:spPr>
            <a:xfrm>
              <a:off x="5488413" y="3119609"/>
              <a:ext cx="1379057" cy="22969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ts val="1100"/>
                </a:lnSpc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DIAG_GetEcuAddress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Text Box 109________"/>
            <p:cNvSpPr txBox="1"/>
            <p:nvPr/>
          </p:nvSpPr>
          <p:spPr>
            <a:xfrm>
              <a:off x="5496160" y="3371122"/>
              <a:ext cx="1379057" cy="22969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ts val="1100"/>
                </a:lnSpc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DIAG_GetMEC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7" name="Elbow Connector 56"/>
            <p:cNvCxnSpPr/>
            <p:nvPr/>
          </p:nvCxnSpPr>
          <p:spPr>
            <a:xfrm rot="10800000" flipV="1">
              <a:off x="1836017" y="4819971"/>
              <a:ext cx="1800000" cy="1476000"/>
            </a:xfrm>
            <a:prstGeom prst="bentConnector3">
              <a:avLst>
                <a:gd name="adj1" fmla="val 100142"/>
              </a:avLst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Box 117______"/>
            <p:cNvSpPr txBox="1"/>
            <p:nvPr/>
          </p:nvSpPr>
          <p:spPr>
            <a:xfrm>
              <a:off x="1989140" y="4619472"/>
              <a:ext cx="1062344" cy="211222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ts val="1100"/>
                </a:lnSpc>
                <a:spcAft>
                  <a:spcPts val="400"/>
                </a:spcAft>
              </a:pPr>
              <a:r>
                <a:rPr lang="en-US" sz="600" noProof="1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GetSecurityLevel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 flipH="1">
              <a:off x="5432516" y="3823126"/>
              <a:ext cx="180594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 Box 109_________"/>
            <p:cNvSpPr txBox="1"/>
            <p:nvPr/>
          </p:nvSpPr>
          <p:spPr>
            <a:xfrm>
              <a:off x="5502522" y="3617719"/>
              <a:ext cx="1585130" cy="22969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ts val="1100"/>
                </a:lnSpc>
                <a:spcAft>
                  <a:spcPts val="400"/>
                </a:spcAft>
              </a:pPr>
              <a:r>
                <a:rPr lang="en-US" sz="600" noProof="1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BSPMP_RmtProgmActvAuth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843012" y="6300779"/>
              <a:ext cx="1323766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NvM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>
              <a:off x="5064593" y="5187680"/>
              <a:ext cx="0" cy="111463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 Box 109__________"/>
            <p:cNvSpPr txBox="1"/>
            <p:nvPr/>
          </p:nvSpPr>
          <p:spPr>
            <a:xfrm>
              <a:off x="3827796" y="5760157"/>
              <a:ext cx="1373586" cy="318309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ts val="1100"/>
                </a:lnSpc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NvMService_OTABlock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>
              <a:off x="5288248" y="5191804"/>
              <a:ext cx="0" cy="111463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 Box 109___________"/>
            <p:cNvSpPr txBox="1"/>
            <p:nvPr/>
          </p:nvSpPr>
          <p:spPr>
            <a:xfrm>
              <a:off x="5222391" y="5764281"/>
              <a:ext cx="1373586" cy="318309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ts val="1100"/>
                </a:lnSpc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NvMService_MECBlock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2" name="Straight Arrow Connector 65"/>
            <p:cNvCxnSpPr/>
            <p:nvPr/>
          </p:nvCxnSpPr>
          <p:spPr>
            <a:xfrm flipH="1">
              <a:off x="5439663" y="4071925"/>
              <a:ext cx="1764000" cy="0"/>
            </a:xfrm>
            <a:prstGeom prst="straightConnector1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 Box 109________"/>
            <p:cNvSpPr txBox="1"/>
            <p:nvPr/>
          </p:nvSpPr>
          <p:spPr>
            <a:xfrm>
              <a:off x="5484769" y="3877006"/>
              <a:ext cx="1588221" cy="22969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ts val="1100"/>
                </a:lnSpc>
                <a:spcAft>
                  <a:spcPts val="400"/>
                </a:spcAft>
              </a:pPr>
              <a:r>
                <a:rPr lang="it-IT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DIAG_SSC_StartSBATValidation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Text Box 113"/>
            <p:cNvSpPr txBox="1"/>
            <p:nvPr/>
          </p:nvSpPr>
          <p:spPr>
            <a:xfrm>
              <a:off x="2047806" y="887677"/>
              <a:ext cx="1552574" cy="25717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ts val="11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en-US" sz="600" noProof="1" smtClean="0"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DIAG_ShutdownPermission</a:t>
              </a:r>
              <a:endParaRPr lang="en-US" sz="600" noProof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79" name="Straight Arrow Connector 78"/>
          <p:cNvCxnSpPr/>
          <p:nvPr/>
        </p:nvCxnSpPr>
        <p:spPr>
          <a:xfrm>
            <a:off x="1958291" y="618724"/>
            <a:ext cx="1674000" cy="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 Box 109"/>
          <p:cNvSpPr txBox="1"/>
          <p:nvPr/>
        </p:nvSpPr>
        <p:spPr>
          <a:xfrm>
            <a:off x="2076380" y="566883"/>
            <a:ext cx="1495425" cy="25717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ts val="1100"/>
              </a:lnSpc>
              <a:spcAft>
                <a:spcPts val="400"/>
              </a:spcAft>
            </a:pPr>
            <a:r>
              <a:rPr lang="en-US" sz="600" noProof="1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DIAG_SOH_GetMEC</a:t>
            </a:r>
            <a:endParaRPr lang="en-US" sz="600" noProof="1"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Box 109_________"/>
          <p:cNvSpPr txBox="1"/>
          <p:nvPr/>
        </p:nvSpPr>
        <p:spPr>
          <a:xfrm>
            <a:off x="5542650" y="4126634"/>
            <a:ext cx="1585130" cy="22969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ts val="1100"/>
              </a:lnSpc>
              <a:spcAft>
                <a:spcPts val="400"/>
              </a:spcAft>
            </a:pPr>
            <a:r>
              <a:rPr lang="en-US" sz="600" noProof="1" smtClean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DIAG_SSC_</a:t>
            </a:r>
            <a:r>
              <a:rPr lang="en-US" sz="600" dirty="0" smtClean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InitialReflashFlag_WrtStatus</a:t>
            </a:r>
            <a:endParaRPr lang="en-US" sz="600" noProof="1"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Straight Arrow Connector 65"/>
          <p:cNvCxnSpPr/>
          <p:nvPr/>
        </p:nvCxnSpPr>
        <p:spPr>
          <a:xfrm flipH="1">
            <a:off x="5422990" y="4356325"/>
            <a:ext cx="1764000" cy="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011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Tahoma</vt:lpstr>
      <vt:lpstr>Times New Roman</vt:lpstr>
      <vt:lpstr>Office Theme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Chavan Megha Madhukar (RBEI/ETA5)</dc:creator>
  <cp:lastModifiedBy>Huynh Chi Huu (MS/ETA13)</cp:lastModifiedBy>
  <cp:revision>67</cp:revision>
  <dcterms:created xsi:type="dcterms:W3CDTF">2016-07-22T08:25:48Z</dcterms:created>
  <dcterms:modified xsi:type="dcterms:W3CDTF">2022-03-31T11:37:34Z</dcterms:modified>
</cp:coreProperties>
</file>