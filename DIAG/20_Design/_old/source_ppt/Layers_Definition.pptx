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200" d="100"/>
          <a:sy n="200" d="100"/>
        </p:scale>
        <p:origin x="-3762" y="-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0087-83F6-4AAB-B69F-3533D200F20B}" type="datetimeFigureOut">
              <a:rPr lang="en-GB" smtClean="0"/>
              <a:t>09/08/2016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E521-B096-46B8-B8FC-0F6665E0C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4549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0087-83F6-4AAB-B69F-3533D200F20B}" type="datetimeFigureOut">
              <a:rPr lang="en-GB" smtClean="0"/>
              <a:t>09/08/2016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E521-B096-46B8-B8FC-0F6665E0C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031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0087-83F6-4AAB-B69F-3533D200F20B}" type="datetimeFigureOut">
              <a:rPr lang="en-GB" smtClean="0"/>
              <a:t>09/08/2016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E521-B096-46B8-B8FC-0F6665E0C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567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0087-83F6-4AAB-B69F-3533D200F20B}" type="datetimeFigureOut">
              <a:rPr lang="en-GB" smtClean="0"/>
              <a:t>09/08/2016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E521-B096-46B8-B8FC-0F6665E0C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49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0087-83F6-4AAB-B69F-3533D200F20B}" type="datetimeFigureOut">
              <a:rPr lang="en-GB" smtClean="0"/>
              <a:t>09/08/2016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E521-B096-46B8-B8FC-0F6665E0C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2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0087-83F6-4AAB-B69F-3533D200F20B}" type="datetimeFigureOut">
              <a:rPr lang="en-GB" smtClean="0"/>
              <a:t>09/08/2016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E521-B096-46B8-B8FC-0F6665E0C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942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0087-83F6-4AAB-B69F-3533D200F20B}" type="datetimeFigureOut">
              <a:rPr lang="en-GB" smtClean="0"/>
              <a:t>09/08/2016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E521-B096-46B8-B8FC-0F6665E0C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909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0087-83F6-4AAB-B69F-3533D200F20B}" type="datetimeFigureOut">
              <a:rPr lang="en-GB" smtClean="0"/>
              <a:t>09/08/2016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E521-B096-46B8-B8FC-0F6665E0C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548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0087-83F6-4AAB-B69F-3533D200F20B}" type="datetimeFigureOut">
              <a:rPr lang="en-GB" smtClean="0"/>
              <a:t>09/08/2016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E521-B096-46B8-B8FC-0F6665E0C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40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0087-83F6-4AAB-B69F-3533D200F20B}" type="datetimeFigureOut">
              <a:rPr lang="en-GB" smtClean="0"/>
              <a:t>09/08/2016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E521-B096-46B8-B8FC-0F6665E0C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488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0087-83F6-4AAB-B69F-3533D200F20B}" type="datetimeFigureOut">
              <a:rPr lang="en-GB" smtClean="0"/>
              <a:t>09/08/2016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DE521-B096-46B8-B8FC-0F6665E0C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7094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10087-83F6-4AAB-B69F-3533D200F20B}" type="datetimeFigureOut">
              <a:rPr lang="en-GB" smtClean="0"/>
              <a:t>09/08/2016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DE521-B096-46B8-B8FC-0F6665E0CF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751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Straight Connector 91"/>
          <p:cNvCxnSpPr/>
          <p:nvPr/>
        </p:nvCxnSpPr>
        <p:spPr>
          <a:xfrm>
            <a:off x="7026218" y="1924026"/>
            <a:ext cx="0" cy="2209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" name="Picture 4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2204" y="3315812"/>
            <a:ext cx="5066939" cy="139231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12"/>
          <p:cNvSpPr/>
          <p:nvPr/>
        </p:nvSpPr>
        <p:spPr>
          <a:xfrm>
            <a:off x="3790951" y="1426315"/>
            <a:ext cx="5066942" cy="138859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540385" marR="0">
              <a:lnSpc>
                <a:spcPts val="11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0951" y="2939136"/>
            <a:ext cx="5066943" cy="2952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ts val="11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00">
                <a:solidFill>
                  <a:srgbClr val="FFFFFF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RTE</a:t>
            </a:r>
            <a:endParaRPr lang="en-US" sz="1000"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67062" y="3609491"/>
            <a:ext cx="688339" cy="2952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ts val="11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00">
                <a:solidFill>
                  <a:srgbClr val="000000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</a:t>
            </a:r>
            <a:endParaRPr lang="en-US" sz="1000"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368395" y="3605501"/>
            <a:ext cx="793502" cy="31123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ts val="11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00">
                <a:solidFill>
                  <a:srgbClr val="000000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BswM</a:t>
            </a:r>
            <a:endParaRPr lang="en-US" sz="1000"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671138" y="2003564"/>
            <a:ext cx="1185473" cy="35459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ts val="11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SUM_DIAG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84367" y="1664928"/>
            <a:ext cx="879545" cy="2819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ts val="11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SUM_SOH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76282" y="2053309"/>
            <a:ext cx="879545" cy="291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ts val="11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SUM_SUSD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76959" y="2444350"/>
            <a:ext cx="879545" cy="31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ts val="11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SUM_SSC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00345" y="1647638"/>
            <a:ext cx="879545" cy="2872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ts val="11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SUM_ERRH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04322" y="2005427"/>
            <a:ext cx="879545" cy="2872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ts val="11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0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SUM_PNC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6779" y="2368402"/>
            <a:ext cx="879545" cy="310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ts val="11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SUM_SSM</a:t>
            </a:r>
          </a:p>
        </p:txBody>
      </p:sp>
      <p:cxnSp>
        <p:nvCxnSpPr>
          <p:cNvPr id="25" name="Straight Arrow Connector 24"/>
          <p:cNvCxnSpPr>
            <a:endCxn id="18" idx="3"/>
          </p:cNvCxnSpPr>
          <p:nvPr/>
        </p:nvCxnSpPr>
        <p:spPr>
          <a:xfrm flipH="1" flipV="1">
            <a:off x="4963913" y="1805916"/>
            <a:ext cx="707224" cy="2032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6850178" y="1744468"/>
            <a:ext cx="659840" cy="2638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802204" y="4781549"/>
            <a:ext cx="5066943" cy="2952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ts val="11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Microcontroller</a:t>
            </a:r>
            <a:endParaRPr lang="en-US" sz="1000" dirty="0"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6133202" y="3225101"/>
            <a:ext cx="1" cy="38040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020397" y="3633433"/>
            <a:ext cx="726581" cy="2952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ts val="11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000">
                <a:solidFill>
                  <a:srgbClr val="000000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Dcm</a:t>
            </a:r>
            <a:endParaRPr lang="en-US" sz="1000"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5509279" y="2361087"/>
            <a:ext cx="267688" cy="4548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742315" y="3226431"/>
            <a:ext cx="427026" cy="407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>
            <a:off x="4955829" y="2089088"/>
            <a:ext cx="715310" cy="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endCxn id="17" idx="1"/>
          </p:cNvCxnSpPr>
          <p:nvPr/>
        </p:nvCxnSpPr>
        <p:spPr>
          <a:xfrm>
            <a:off x="4963913" y="2180862"/>
            <a:ext cx="7072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4963913" y="2276761"/>
            <a:ext cx="7072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V="1">
            <a:off x="4963913" y="2352574"/>
            <a:ext cx="707224" cy="215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V="1">
            <a:off x="6856612" y="2103186"/>
            <a:ext cx="659595" cy="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V="1">
            <a:off x="7284377" y="1906071"/>
            <a:ext cx="4780" cy="2446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7289157" y="1907533"/>
            <a:ext cx="2176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>
            <a:off x="7286767" y="2368402"/>
            <a:ext cx="2224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Elbow Connector 103"/>
          <p:cNvCxnSpPr>
            <a:endCxn id="17" idx="3"/>
          </p:cNvCxnSpPr>
          <p:nvPr/>
        </p:nvCxnSpPr>
        <p:spPr>
          <a:xfrm rot="10800000">
            <a:off x="6856613" y="2180863"/>
            <a:ext cx="643734" cy="260959"/>
          </a:xfrm>
          <a:prstGeom prst="bentConnector3">
            <a:avLst>
              <a:gd name="adj1" fmla="val 3960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Elbow Connector 109"/>
          <p:cNvCxnSpPr>
            <a:stCxn id="24" idx="1"/>
          </p:cNvCxnSpPr>
          <p:nvPr/>
        </p:nvCxnSpPr>
        <p:spPr>
          <a:xfrm rot="10800000">
            <a:off x="6856612" y="2254883"/>
            <a:ext cx="650168" cy="2687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Elbow Connector 112"/>
          <p:cNvCxnSpPr/>
          <p:nvPr/>
        </p:nvCxnSpPr>
        <p:spPr>
          <a:xfrm rot="10800000">
            <a:off x="6856615" y="2352576"/>
            <a:ext cx="643732" cy="225977"/>
          </a:xfrm>
          <a:prstGeom prst="bentConnector3">
            <a:avLst>
              <a:gd name="adj1" fmla="val 5594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 flipV="1">
            <a:off x="6788340" y="3225101"/>
            <a:ext cx="0" cy="375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 flipH="1" flipV="1">
            <a:off x="6788340" y="2352574"/>
            <a:ext cx="4781" cy="586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 flipV="1">
            <a:off x="6654480" y="3225101"/>
            <a:ext cx="0" cy="375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>
          <a:xfrm flipH="1" flipV="1">
            <a:off x="6657796" y="2352574"/>
            <a:ext cx="4781" cy="586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/>
          <p:nvPr/>
        </p:nvCxnSpPr>
        <p:spPr>
          <a:xfrm flipV="1">
            <a:off x="6133203" y="2358161"/>
            <a:ext cx="0" cy="572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/>
          <p:nvPr/>
        </p:nvCxnSpPr>
        <p:spPr>
          <a:xfrm flipV="1">
            <a:off x="5977066" y="3242392"/>
            <a:ext cx="0" cy="357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flipV="1">
            <a:off x="5970647" y="2358161"/>
            <a:ext cx="9561" cy="572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/>
          <p:nvPr/>
        </p:nvCxnSpPr>
        <p:spPr>
          <a:xfrm>
            <a:off x="5865471" y="2368402"/>
            <a:ext cx="0" cy="570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/>
          <p:nvPr/>
        </p:nvCxnSpPr>
        <p:spPr>
          <a:xfrm>
            <a:off x="5855909" y="3234411"/>
            <a:ext cx="0" cy="365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5698100" y="1417004"/>
            <a:ext cx="1166948" cy="30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sz="1000" dirty="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ayer</a:t>
            </a:r>
            <a:endParaRPr lang="en-US" sz="10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7284377" y="2144950"/>
            <a:ext cx="0" cy="223452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98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Tahoma</vt:lpstr>
      <vt:lpstr>Times New Roman</vt:lpstr>
      <vt:lpstr>Office Theme</vt:lpstr>
      <vt:lpstr>PowerPoint Presentation</vt:lpstr>
    </vt:vector>
  </TitlesOfParts>
  <Company>BOSCH Group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Chavan Megha Madhukar (RBEI/ETA5)</dc:creator>
  <cp:lastModifiedBy>Chavan Megha Madhukar (RBEI/ETA5)</cp:lastModifiedBy>
  <cp:revision>21</cp:revision>
  <dcterms:created xsi:type="dcterms:W3CDTF">2016-07-22T06:05:09Z</dcterms:created>
  <dcterms:modified xsi:type="dcterms:W3CDTF">2016-08-09T08:23:25Z</dcterms:modified>
</cp:coreProperties>
</file>