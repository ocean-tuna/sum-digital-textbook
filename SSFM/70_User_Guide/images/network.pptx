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0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3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3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9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8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9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2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8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3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7888-2863-459F-8A18-AD158C055DEC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8670A-E4C1-4462-B6CC-A5E0178E31C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0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4885508" y="2987040"/>
            <a:ext cx="1288869" cy="6531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ECU A</a:t>
            </a:r>
            <a:endParaRPr lang="en-US" dirty="0"/>
          </a:p>
        </p:txBody>
      </p:sp>
      <p:sp>
        <p:nvSpPr>
          <p:cNvPr id="5" name="Rettangolo 4"/>
          <p:cNvSpPr/>
          <p:nvPr/>
        </p:nvSpPr>
        <p:spPr>
          <a:xfrm>
            <a:off x="2307770" y="2333895"/>
            <a:ext cx="1288869" cy="6531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 (CMG)</a:t>
            </a:r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7463246" y="2333894"/>
            <a:ext cx="1288869" cy="6531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8" name="Rettangolo 7"/>
          <p:cNvSpPr/>
          <p:nvPr/>
        </p:nvSpPr>
        <p:spPr>
          <a:xfrm>
            <a:off x="4885508" y="4844757"/>
            <a:ext cx="1288869" cy="6531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ECU B</a:t>
            </a:r>
            <a:endParaRPr lang="en-US" dirty="0"/>
          </a:p>
        </p:txBody>
      </p:sp>
      <p:sp>
        <p:nvSpPr>
          <p:cNvPr id="9" name="Rettangolo 8"/>
          <p:cNvSpPr/>
          <p:nvPr/>
        </p:nvSpPr>
        <p:spPr>
          <a:xfrm>
            <a:off x="2307770" y="879564"/>
            <a:ext cx="1288869" cy="6531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1" name="Connettore diritto 10"/>
          <p:cNvCxnSpPr/>
          <p:nvPr/>
        </p:nvCxnSpPr>
        <p:spPr>
          <a:xfrm flipH="1">
            <a:off x="2947851" y="1549618"/>
            <a:ext cx="1" cy="94052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 flipH="1" flipV="1">
            <a:off x="3592286" y="2451658"/>
            <a:ext cx="1291044" cy="62796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Connettore diritto 15"/>
          <p:cNvCxnSpPr/>
          <p:nvPr/>
        </p:nvCxnSpPr>
        <p:spPr>
          <a:xfrm flipH="1">
            <a:off x="5024845" y="3640183"/>
            <a:ext cx="3628" cy="1204574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Connettore diritto 18"/>
          <p:cNvCxnSpPr/>
          <p:nvPr/>
        </p:nvCxnSpPr>
        <p:spPr>
          <a:xfrm>
            <a:off x="6077673" y="3640183"/>
            <a:ext cx="1" cy="1204574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Connettore diritto 21"/>
          <p:cNvCxnSpPr>
            <a:stCxn id="6" idx="1"/>
            <a:endCxn id="4" idx="3"/>
          </p:cNvCxnSpPr>
          <p:nvPr/>
        </p:nvCxnSpPr>
        <p:spPr>
          <a:xfrm flipH="1">
            <a:off x="6174377" y="2660466"/>
            <a:ext cx="1288869" cy="65314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CasellaDiTesto 30"/>
          <p:cNvSpPr txBox="1"/>
          <p:nvPr/>
        </p:nvSpPr>
        <p:spPr>
          <a:xfrm>
            <a:off x="4078877" y="4057803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0</a:t>
            </a:r>
            <a:endParaRPr lang="en-US" sz="1200" dirty="0"/>
          </a:p>
        </p:txBody>
      </p:sp>
      <p:sp>
        <p:nvSpPr>
          <p:cNvPr id="32" name="CasellaDiTesto 31"/>
          <p:cNvSpPr txBox="1"/>
          <p:nvPr/>
        </p:nvSpPr>
        <p:spPr>
          <a:xfrm>
            <a:off x="6174377" y="4057803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</a:t>
            </a:r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3" name="CasellaDiTesto 32"/>
          <p:cNvSpPr txBox="1"/>
          <p:nvPr/>
        </p:nvSpPr>
        <p:spPr>
          <a:xfrm>
            <a:off x="4074524" y="2422391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</a:t>
            </a:r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4" name="CasellaDiTesto 33"/>
          <p:cNvSpPr txBox="1"/>
          <p:nvPr/>
        </p:nvSpPr>
        <p:spPr>
          <a:xfrm>
            <a:off x="6174376" y="2660465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</a:t>
            </a:r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6" name="CasellaDiTesto 35"/>
          <p:cNvSpPr txBox="1"/>
          <p:nvPr/>
        </p:nvSpPr>
        <p:spPr>
          <a:xfrm>
            <a:off x="2003516" y="1761641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</a:t>
            </a:r>
            <a:r>
              <a:rPr lang="en-US" sz="1200" dirty="0"/>
              <a:t>5</a:t>
            </a:r>
            <a:endParaRPr lang="en-US" sz="1200" dirty="0"/>
          </a:p>
        </p:txBody>
      </p:sp>
      <p:cxnSp>
        <p:nvCxnSpPr>
          <p:cNvPr id="43" name="Connettore diritto 42"/>
          <p:cNvCxnSpPr/>
          <p:nvPr/>
        </p:nvCxnSpPr>
        <p:spPr>
          <a:xfrm flipH="1" flipV="1">
            <a:off x="3596641" y="2824333"/>
            <a:ext cx="1291044" cy="62796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CasellaDiTesto 43"/>
          <p:cNvSpPr txBox="1"/>
          <p:nvPr/>
        </p:nvSpPr>
        <p:spPr>
          <a:xfrm>
            <a:off x="3592285" y="3207948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 </a:t>
            </a:r>
            <a:r>
              <a:rPr lang="en-US" sz="1200" dirty="0"/>
              <a:t>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4738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EXTERNAL Risoli Antonio (Reply, ETAS/ERS-Tn)</dc:creator>
  <cp:lastModifiedBy>EXTERNAL Risoli Antonio (Reply, ETAS/ERS-Tn)</cp:lastModifiedBy>
  <cp:revision>5</cp:revision>
  <dcterms:created xsi:type="dcterms:W3CDTF">2021-01-27T15:36:48Z</dcterms:created>
  <dcterms:modified xsi:type="dcterms:W3CDTF">2021-01-27T16:37:45Z</dcterms:modified>
</cp:coreProperties>
</file>